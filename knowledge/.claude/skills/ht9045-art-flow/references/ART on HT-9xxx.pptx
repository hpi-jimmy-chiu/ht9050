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78" r:id="rId3"/>
    <p:sldId id="279" r:id="rId4"/>
    <p:sldId id="295" r:id="rId5"/>
    <p:sldId id="296" r:id="rId6"/>
    <p:sldId id="297" r:id="rId7"/>
    <p:sldId id="298" r:id="rId8"/>
    <p:sldId id="301" r:id="rId9"/>
    <p:sldId id="299" r:id="rId10"/>
    <p:sldId id="302" r:id="rId11"/>
    <p:sldId id="303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22" r:id="rId21"/>
    <p:sldId id="324" r:id="rId22"/>
    <p:sldId id="325" r:id="rId23"/>
    <p:sldId id="326" r:id="rId24"/>
    <p:sldId id="327" r:id="rId25"/>
    <p:sldId id="329" r:id="rId26"/>
    <p:sldId id="330" r:id="rId27"/>
    <p:sldId id="331" r:id="rId28"/>
    <p:sldId id="267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6B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3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24D32F-21D1-4CE6-8181-D53812A5522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C84A68E-C25A-484E-928B-8BB7857B0033}">
      <dgm:prSet phldrT="[文字]"/>
      <dgm:spPr/>
      <dgm:t>
        <a:bodyPr/>
        <a:lstStyle/>
        <a:p>
          <a:pPr>
            <a:buFontTx/>
            <a:buNone/>
          </a:pPr>
          <a:r>
            <a:rPr lang="en-US" altLang="zh-TW" b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Lot in</a:t>
          </a:r>
          <a:endParaRPr lang="zh-TW" altLang="en-US" dirty="0"/>
        </a:p>
      </dgm:t>
    </dgm:pt>
    <dgm:pt modelId="{97274C39-0762-4F2B-B40A-EE7974AA2DA8}" type="parTrans" cxnId="{01F5A414-F15D-40E5-AAB6-813EF16ADF55}">
      <dgm:prSet/>
      <dgm:spPr/>
      <dgm:t>
        <a:bodyPr/>
        <a:lstStyle/>
        <a:p>
          <a:endParaRPr lang="zh-TW" altLang="en-US"/>
        </a:p>
      </dgm:t>
    </dgm:pt>
    <dgm:pt modelId="{6CEE0BEE-BD4C-4C3F-9831-DF5557AAC957}" type="sibTrans" cxnId="{01F5A414-F15D-40E5-AAB6-813EF16ADF55}">
      <dgm:prSet/>
      <dgm:spPr/>
      <dgm:t>
        <a:bodyPr/>
        <a:lstStyle/>
        <a:p>
          <a:endParaRPr lang="zh-TW" altLang="en-US"/>
        </a:p>
      </dgm:t>
    </dgm:pt>
    <dgm:pt modelId="{042BC0FC-72FD-4F6F-A7F9-6C081C838910}">
      <dgm:prSet phldrT="[文字]"/>
      <dgm:spPr/>
      <dgm:t>
        <a:bodyPr/>
        <a:lstStyle/>
        <a:p>
          <a:pPr>
            <a:buFontTx/>
            <a:buNone/>
          </a:pPr>
          <a:r>
            <a:rPr lang="en-US" altLang="zh-TW" b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Normal test</a:t>
          </a:r>
          <a:endParaRPr lang="zh-TW" altLang="en-US" dirty="0"/>
        </a:p>
      </dgm:t>
    </dgm:pt>
    <dgm:pt modelId="{461A8ACE-3FA9-460A-8C93-C7179A985ED1}" type="parTrans" cxnId="{58A30FBE-DD2F-4C5E-92E7-1A5A26E92A20}">
      <dgm:prSet/>
      <dgm:spPr/>
      <dgm:t>
        <a:bodyPr/>
        <a:lstStyle/>
        <a:p>
          <a:endParaRPr lang="zh-TW" altLang="en-US"/>
        </a:p>
      </dgm:t>
    </dgm:pt>
    <dgm:pt modelId="{B5558059-37B5-45DF-834A-84E61286AE1C}" type="sibTrans" cxnId="{58A30FBE-DD2F-4C5E-92E7-1A5A26E92A20}">
      <dgm:prSet/>
      <dgm:spPr/>
      <dgm:t>
        <a:bodyPr/>
        <a:lstStyle/>
        <a:p>
          <a:endParaRPr lang="zh-TW" altLang="en-US"/>
        </a:p>
      </dgm:t>
    </dgm:pt>
    <dgm:pt modelId="{52A87D50-F14C-4DF1-BA68-3B003616B693}">
      <dgm:prSet phldrT="[文字]"/>
      <dgm:spPr/>
      <dgm:t>
        <a:bodyPr/>
        <a:lstStyle/>
        <a:p>
          <a:pPr>
            <a:buFontTx/>
            <a:buNone/>
          </a:pPr>
          <a:r>
            <a:rPr lang="en-US" altLang="zh-TW" b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Print summary</a:t>
          </a:r>
          <a:endParaRPr lang="zh-TW" altLang="en-US" dirty="0"/>
        </a:p>
      </dgm:t>
    </dgm:pt>
    <dgm:pt modelId="{F08EE823-F2ED-42F1-A498-18F8A3A4D4AD}" type="parTrans" cxnId="{A5F95562-FC56-4E88-904B-3E7743032DC6}">
      <dgm:prSet/>
      <dgm:spPr/>
      <dgm:t>
        <a:bodyPr/>
        <a:lstStyle/>
        <a:p>
          <a:endParaRPr lang="zh-TW" altLang="en-US"/>
        </a:p>
      </dgm:t>
    </dgm:pt>
    <dgm:pt modelId="{B7E11981-1744-4A49-9D5C-9AD030C96368}" type="sibTrans" cxnId="{A5F95562-FC56-4E88-904B-3E7743032DC6}">
      <dgm:prSet/>
      <dgm:spPr/>
      <dgm:t>
        <a:bodyPr/>
        <a:lstStyle/>
        <a:p>
          <a:endParaRPr lang="zh-TW" altLang="en-US"/>
        </a:p>
      </dgm:t>
    </dgm:pt>
    <dgm:pt modelId="{9AEA2495-6ED9-46EB-8F32-BA88E8AA7484}" type="pres">
      <dgm:prSet presAssocID="{2024D32F-21D1-4CE6-8181-D53812A55227}" presName="Name0" presStyleCnt="0">
        <dgm:presLayoutVars>
          <dgm:dir/>
          <dgm:resizeHandles val="exact"/>
        </dgm:presLayoutVars>
      </dgm:prSet>
      <dgm:spPr/>
    </dgm:pt>
    <dgm:pt modelId="{F7FCBC5B-073E-4715-9B7D-ACD542F3BB30}" type="pres">
      <dgm:prSet presAssocID="{DC84A68E-C25A-484E-928B-8BB7857B0033}" presName="node" presStyleLbl="node1" presStyleIdx="0" presStyleCnt="3" custLinFactNeighborX="14451" custLinFactNeighborY="520">
        <dgm:presLayoutVars>
          <dgm:bulletEnabled val="1"/>
        </dgm:presLayoutVars>
      </dgm:prSet>
      <dgm:spPr/>
    </dgm:pt>
    <dgm:pt modelId="{7B0D0D84-6900-477B-9A4B-6F44FB0A52CF}" type="pres">
      <dgm:prSet presAssocID="{6CEE0BEE-BD4C-4C3F-9831-DF5557AAC957}" presName="sibTrans" presStyleLbl="sibTrans2D1" presStyleIdx="0" presStyleCnt="2"/>
      <dgm:spPr/>
    </dgm:pt>
    <dgm:pt modelId="{EDD00A8C-CB2E-41AF-90E2-58B25E233087}" type="pres">
      <dgm:prSet presAssocID="{6CEE0BEE-BD4C-4C3F-9831-DF5557AAC957}" presName="connectorText" presStyleLbl="sibTrans2D1" presStyleIdx="0" presStyleCnt="2"/>
      <dgm:spPr/>
    </dgm:pt>
    <dgm:pt modelId="{B4D940CE-DEED-4AF9-ADAF-D1DC87196615}" type="pres">
      <dgm:prSet presAssocID="{042BC0FC-72FD-4F6F-A7F9-6C081C838910}" presName="node" presStyleLbl="node1" presStyleIdx="1" presStyleCnt="3">
        <dgm:presLayoutVars>
          <dgm:bulletEnabled val="1"/>
        </dgm:presLayoutVars>
      </dgm:prSet>
      <dgm:spPr/>
    </dgm:pt>
    <dgm:pt modelId="{2A783593-BF68-4808-A6A3-579082EED892}" type="pres">
      <dgm:prSet presAssocID="{B5558059-37B5-45DF-834A-84E61286AE1C}" presName="sibTrans" presStyleLbl="sibTrans2D1" presStyleIdx="1" presStyleCnt="2"/>
      <dgm:spPr/>
    </dgm:pt>
    <dgm:pt modelId="{8D63BBEA-D134-451F-81FB-92777E0E18ED}" type="pres">
      <dgm:prSet presAssocID="{B5558059-37B5-45DF-834A-84E61286AE1C}" presName="connectorText" presStyleLbl="sibTrans2D1" presStyleIdx="1" presStyleCnt="2"/>
      <dgm:spPr/>
    </dgm:pt>
    <dgm:pt modelId="{9B4D65CF-D819-46D5-AFE7-273FC7CD211D}" type="pres">
      <dgm:prSet presAssocID="{52A87D50-F14C-4DF1-BA68-3B003616B693}" presName="node" presStyleLbl="node1" presStyleIdx="2" presStyleCnt="3" custLinFactNeighborX="-10322" custLinFactNeighborY="520">
        <dgm:presLayoutVars>
          <dgm:bulletEnabled val="1"/>
        </dgm:presLayoutVars>
      </dgm:prSet>
      <dgm:spPr/>
    </dgm:pt>
  </dgm:ptLst>
  <dgm:cxnLst>
    <dgm:cxn modelId="{B44C8A02-CB20-4B6E-B40D-05A300DC28CA}" type="presOf" srcId="{6CEE0BEE-BD4C-4C3F-9831-DF5557AAC957}" destId="{EDD00A8C-CB2E-41AF-90E2-58B25E233087}" srcOrd="1" destOrd="0" presId="urn:microsoft.com/office/officeart/2005/8/layout/process1"/>
    <dgm:cxn modelId="{5E22D505-6FFE-4FE7-B4F8-76DF00A4DBD8}" type="presOf" srcId="{6CEE0BEE-BD4C-4C3F-9831-DF5557AAC957}" destId="{7B0D0D84-6900-477B-9A4B-6F44FB0A52CF}" srcOrd="0" destOrd="0" presId="urn:microsoft.com/office/officeart/2005/8/layout/process1"/>
    <dgm:cxn modelId="{01F5A414-F15D-40E5-AAB6-813EF16ADF55}" srcId="{2024D32F-21D1-4CE6-8181-D53812A55227}" destId="{DC84A68E-C25A-484E-928B-8BB7857B0033}" srcOrd="0" destOrd="0" parTransId="{97274C39-0762-4F2B-B40A-EE7974AA2DA8}" sibTransId="{6CEE0BEE-BD4C-4C3F-9831-DF5557AAC957}"/>
    <dgm:cxn modelId="{8C3F9C1C-B2F6-4D8A-986D-B950C4B67947}" type="presOf" srcId="{DC84A68E-C25A-484E-928B-8BB7857B0033}" destId="{F7FCBC5B-073E-4715-9B7D-ACD542F3BB30}" srcOrd="0" destOrd="0" presId="urn:microsoft.com/office/officeart/2005/8/layout/process1"/>
    <dgm:cxn modelId="{0CFBEA32-5FF1-4C1B-9ECE-0463F5F445BD}" type="presOf" srcId="{2024D32F-21D1-4CE6-8181-D53812A55227}" destId="{9AEA2495-6ED9-46EB-8F32-BA88E8AA7484}" srcOrd="0" destOrd="0" presId="urn:microsoft.com/office/officeart/2005/8/layout/process1"/>
    <dgm:cxn modelId="{FC2C6436-1463-4AAF-886C-76F2388CBA6F}" type="presOf" srcId="{042BC0FC-72FD-4F6F-A7F9-6C081C838910}" destId="{B4D940CE-DEED-4AF9-ADAF-D1DC87196615}" srcOrd="0" destOrd="0" presId="urn:microsoft.com/office/officeart/2005/8/layout/process1"/>
    <dgm:cxn modelId="{D76BB041-EF5F-45C9-8EB2-95F873E8974D}" type="presOf" srcId="{B5558059-37B5-45DF-834A-84E61286AE1C}" destId="{8D63BBEA-D134-451F-81FB-92777E0E18ED}" srcOrd="1" destOrd="0" presId="urn:microsoft.com/office/officeart/2005/8/layout/process1"/>
    <dgm:cxn modelId="{A5F95562-FC56-4E88-904B-3E7743032DC6}" srcId="{2024D32F-21D1-4CE6-8181-D53812A55227}" destId="{52A87D50-F14C-4DF1-BA68-3B003616B693}" srcOrd="2" destOrd="0" parTransId="{F08EE823-F2ED-42F1-A498-18F8A3A4D4AD}" sibTransId="{B7E11981-1744-4A49-9D5C-9AD030C96368}"/>
    <dgm:cxn modelId="{5BF172B4-F762-405A-AEE7-A8C0A2B03CAC}" type="presOf" srcId="{B5558059-37B5-45DF-834A-84E61286AE1C}" destId="{2A783593-BF68-4808-A6A3-579082EED892}" srcOrd="0" destOrd="0" presId="urn:microsoft.com/office/officeart/2005/8/layout/process1"/>
    <dgm:cxn modelId="{58A30FBE-DD2F-4C5E-92E7-1A5A26E92A20}" srcId="{2024D32F-21D1-4CE6-8181-D53812A55227}" destId="{042BC0FC-72FD-4F6F-A7F9-6C081C838910}" srcOrd="1" destOrd="0" parTransId="{461A8ACE-3FA9-460A-8C93-C7179A985ED1}" sibTransId="{B5558059-37B5-45DF-834A-84E61286AE1C}"/>
    <dgm:cxn modelId="{D6DC25E7-24E2-452F-AFDC-EA658D5F68F7}" type="presOf" srcId="{52A87D50-F14C-4DF1-BA68-3B003616B693}" destId="{9B4D65CF-D819-46D5-AFE7-273FC7CD211D}" srcOrd="0" destOrd="0" presId="urn:microsoft.com/office/officeart/2005/8/layout/process1"/>
    <dgm:cxn modelId="{0161161B-20C7-4EA8-9C6D-BD7EF0A422FA}" type="presParOf" srcId="{9AEA2495-6ED9-46EB-8F32-BA88E8AA7484}" destId="{F7FCBC5B-073E-4715-9B7D-ACD542F3BB30}" srcOrd="0" destOrd="0" presId="urn:microsoft.com/office/officeart/2005/8/layout/process1"/>
    <dgm:cxn modelId="{225FB4C4-35EB-4537-ACD3-5DA33616A684}" type="presParOf" srcId="{9AEA2495-6ED9-46EB-8F32-BA88E8AA7484}" destId="{7B0D0D84-6900-477B-9A4B-6F44FB0A52CF}" srcOrd="1" destOrd="0" presId="urn:microsoft.com/office/officeart/2005/8/layout/process1"/>
    <dgm:cxn modelId="{F6CBD865-5249-41F9-B2B9-3D271E32AD3E}" type="presParOf" srcId="{7B0D0D84-6900-477B-9A4B-6F44FB0A52CF}" destId="{EDD00A8C-CB2E-41AF-90E2-58B25E233087}" srcOrd="0" destOrd="0" presId="urn:microsoft.com/office/officeart/2005/8/layout/process1"/>
    <dgm:cxn modelId="{BF2319EF-8E8D-4568-9135-5E47DEE7A6F9}" type="presParOf" srcId="{9AEA2495-6ED9-46EB-8F32-BA88E8AA7484}" destId="{B4D940CE-DEED-4AF9-ADAF-D1DC87196615}" srcOrd="2" destOrd="0" presId="urn:microsoft.com/office/officeart/2005/8/layout/process1"/>
    <dgm:cxn modelId="{EF5C8A8C-371B-4CBA-9C96-D0D82742D6A7}" type="presParOf" srcId="{9AEA2495-6ED9-46EB-8F32-BA88E8AA7484}" destId="{2A783593-BF68-4808-A6A3-579082EED892}" srcOrd="3" destOrd="0" presId="urn:microsoft.com/office/officeart/2005/8/layout/process1"/>
    <dgm:cxn modelId="{E76B9281-B8C9-46BE-A8DD-02DC68604957}" type="presParOf" srcId="{2A783593-BF68-4808-A6A3-579082EED892}" destId="{8D63BBEA-D134-451F-81FB-92777E0E18ED}" srcOrd="0" destOrd="0" presId="urn:microsoft.com/office/officeart/2005/8/layout/process1"/>
    <dgm:cxn modelId="{165B542E-63B9-4D7F-8D08-2F7552B57475}" type="presParOf" srcId="{9AEA2495-6ED9-46EB-8F32-BA88E8AA7484}" destId="{9B4D65CF-D819-46D5-AFE7-273FC7CD211D}" srcOrd="4" destOrd="0" presId="urn:microsoft.com/office/officeart/2005/8/layout/process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24D32F-21D1-4CE6-8181-D53812A5522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C84A68E-C25A-484E-928B-8BB7857B0033}">
      <dgm:prSet phldrT="[文字]"/>
      <dgm:spPr/>
      <dgm:t>
        <a:bodyPr/>
        <a:lstStyle/>
        <a:p>
          <a:pPr>
            <a:buFontTx/>
            <a:buNone/>
          </a:pPr>
          <a:r>
            <a:rPr lang="en-US" altLang="zh-TW" b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RT lot in</a:t>
          </a:r>
          <a:endParaRPr lang="zh-TW" altLang="en-US" dirty="0"/>
        </a:p>
      </dgm:t>
    </dgm:pt>
    <dgm:pt modelId="{97274C39-0762-4F2B-B40A-EE7974AA2DA8}" type="parTrans" cxnId="{01F5A414-F15D-40E5-AAB6-813EF16ADF55}">
      <dgm:prSet/>
      <dgm:spPr/>
      <dgm:t>
        <a:bodyPr/>
        <a:lstStyle/>
        <a:p>
          <a:endParaRPr lang="zh-TW" altLang="en-US"/>
        </a:p>
      </dgm:t>
    </dgm:pt>
    <dgm:pt modelId="{6CEE0BEE-BD4C-4C3F-9831-DF5557AAC957}" type="sibTrans" cxnId="{01F5A414-F15D-40E5-AAB6-813EF16ADF55}">
      <dgm:prSet/>
      <dgm:spPr/>
      <dgm:t>
        <a:bodyPr/>
        <a:lstStyle/>
        <a:p>
          <a:endParaRPr lang="zh-TW" altLang="en-US"/>
        </a:p>
      </dgm:t>
    </dgm:pt>
    <dgm:pt modelId="{042BC0FC-72FD-4F6F-A7F9-6C081C838910}">
      <dgm:prSet phldrT="[文字]"/>
      <dgm:spPr/>
      <dgm:t>
        <a:bodyPr/>
        <a:lstStyle/>
        <a:p>
          <a:pPr>
            <a:buFontTx/>
            <a:buNone/>
          </a:pPr>
          <a:r>
            <a:rPr lang="en-US" altLang="zh-TW" b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Retest</a:t>
          </a:r>
          <a:endParaRPr lang="zh-TW" altLang="en-US" dirty="0"/>
        </a:p>
      </dgm:t>
    </dgm:pt>
    <dgm:pt modelId="{461A8ACE-3FA9-460A-8C93-C7179A985ED1}" type="parTrans" cxnId="{58A30FBE-DD2F-4C5E-92E7-1A5A26E92A20}">
      <dgm:prSet/>
      <dgm:spPr/>
      <dgm:t>
        <a:bodyPr/>
        <a:lstStyle/>
        <a:p>
          <a:endParaRPr lang="zh-TW" altLang="en-US"/>
        </a:p>
      </dgm:t>
    </dgm:pt>
    <dgm:pt modelId="{B5558059-37B5-45DF-834A-84E61286AE1C}" type="sibTrans" cxnId="{58A30FBE-DD2F-4C5E-92E7-1A5A26E92A20}">
      <dgm:prSet/>
      <dgm:spPr/>
      <dgm:t>
        <a:bodyPr/>
        <a:lstStyle/>
        <a:p>
          <a:endParaRPr lang="zh-TW" altLang="en-US"/>
        </a:p>
      </dgm:t>
    </dgm:pt>
    <dgm:pt modelId="{52A87D50-F14C-4DF1-BA68-3B003616B693}">
      <dgm:prSet phldrT="[文字]"/>
      <dgm:spPr/>
      <dgm:t>
        <a:bodyPr/>
        <a:lstStyle/>
        <a:p>
          <a:pPr>
            <a:buFontTx/>
            <a:buNone/>
          </a:pPr>
          <a:r>
            <a:rPr lang="en-US" altLang="zh-TW" b="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Print summary</a:t>
          </a:r>
          <a:endParaRPr lang="zh-TW" altLang="en-US" dirty="0"/>
        </a:p>
      </dgm:t>
    </dgm:pt>
    <dgm:pt modelId="{F08EE823-F2ED-42F1-A498-18F8A3A4D4AD}" type="parTrans" cxnId="{A5F95562-FC56-4E88-904B-3E7743032DC6}">
      <dgm:prSet/>
      <dgm:spPr/>
      <dgm:t>
        <a:bodyPr/>
        <a:lstStyle/>
        <a:p>
          <a:endParaRPr lang="zh-TW" altLang="en-US"/>
        </a:p>
      </dgm:t>
    </dgm:pt>
    <dgm:pt modelId="{B7E11981-1744-4A49-9D5C-9AD030C96368}" type="sibTrans" cxnId="{A5F95562-FC56-4E88-904B-3E7743032DC6}">
      <dgm:prSet/>
      <dgm:spPr/>
      <dgm:t>
        <a:bodyPr/>
        <a:lstStyle/>
        <a:p>
          <a:endParaRPr lang="zh-TW" altLang="en-US"/>
        </a:p>
      </dgm:t>
    </dgm:pt>
    <dgm:pt modelId="{9AEA2495-6ED9-46EB-8F32-BA88E8AA7484}" type="pres">
      <dgm:prSet presAssocID="{2024D32F-21D1-4CE6-8181-D53812A55227}" presName="Name0" presStyleCnt="0">
        <dgm:presLayoutVars>
          <dgm:dir/>
          <dgm:resizeHandles val="exact"/>
        </dgm:presLayoutVars>
      </dgm:prSet>
      <dgm:spPr/>
    </dgm:pt>
    <dgm:pt modelId="{F7FCBC5B-073E-4715-9B7D-ACD542F3BB30}" type="pres">
      <dgm:prSet presAssocID="{DC84A68E-C25A-484E-928B-8BB7857B0033}" presName="node" presStyleLbl="node1" presStyleIdx="0" presStyleCnt="3" custLinFactNeighborX="14451" custLinFactNeighborY="520">
        <dgm:presLayoutVars>
          <dgm:bulletEnabled val="1"/>
        </dgm:presLayoutVars>
      </dgm:prSet>
      <dgm:spPr/>
    </dgm:pt>
    <dgm:pt modelId="{7B0D0D84-6900-477B-9A4B-6F44FB0A52CF}" type="pres">
      <dgm:prSet presAssocID="{6CEE0BEE-BD4C-4C3F-9831-DF5557AAC957}" presName="sibTrans" presStyleLbl="sibTrans2D1" presStyleIdx="0" presStyleCnt="2"/>
      <dgm:spPr/>
    </dgm:pt>
    <dgm:pt modelId="{EDD00A8C-CB2E-41AF-90E2-58B25E233087}" type="pres">
      <dgm:prSet presAssocID="{6CEE0BEE-BD4C-4C3F-9831-DF5557AAC957}" presName="connectorText" presStyleLbl="sibTrans2D1" presStyleIdx="0" presStyleCnt="2"/>
      <dgm:spPr/>
    </dgm:pt>
    <dgm:pt modelId="{B4D940CE-DEED-4AF9-ADAF-D1DC87196615}" type="pres">
      <dgm:prSet presAssocID="{042BC0FC-72FD-4F6F-A7F9-6C081C838910}" presName="node" presStyleLbl="node1" presStyleIdx="1" presStyleCnt="3">
        <dgm:presLayoutVars>
          <dgm:bulletEnabled val="1"/>
        </dgm:presLayoutVars>
      </dgm:prSet>
      <dgm:spPr/>
    </dgm:pt>
    <dgm:pt modelId="{2A783593-BF68-4808-A6A3-579082EED892}" type="pres">
      <dgm:prSet presAssocID="{B5558059-37B5-45DF-834A-84E61286AE1C}" presName="sibTrans" presStyleLbl="sibTrans2D1" presStyleIdx="1" presStyleCnt="2"/>
      <dgm:spPr/>
    </dgm:pt>
    <dgm:pt modelId="{8D63BBEA-D134-451F-81FB-92777E0E18ED}" type="pres">
      <dgm:prSet presAssocID="{B5558059-37B5-45DF-834A-84E61286AE1C}" presName="connectorText" presStyleLbl="sibTrans2D1" presStyleIdx="1" presStyleCnt="2"/>
      <dgm:spPr/>
    </dgm:pt>
    <dgm:pt modelId="{9B4D65CF-D819-46D5-AFE7-273FC7CD211D}" type="pres">
      <dgm:prSet presAssocID="{52A87D50-F14C-4DF1-BA68-3B003616B693}" presName="node" presStyleLbl="node1" presStyleIdx="2" presStyleCnt="3" custLinFactNeighborX="-10322" custLinFactNeighborY="520">
        <dgm:presLayoutVars>
          <dgm:bulletEnabled val="1"/>
        </dgm:presLayoutVars>
      </dgm:prSet>
      <dgm:spPr/>
    </dgm:pt>
  </dgm:ptLst>
  <dgm:cxnLst>
    <dgm:cxn modelId="{B44C8A02-CB20-4B6E-B40D-05A300DC28CA}" type="presOf" srcId="{6CEE0BEE-BD4C-4C3F-9831-DF5557AAC957}" destId="{EDD00A8C-CB2E-41AF-90E2-58B25E233087}" srcOrd="1" destOrd="0" presId="urn:microsoft.com/office/officeart/2005/8/layout/process1"/>
    <dgm:cxn modelId="{5E22D505-6FFE-4FE7-B4F8-76DF00A4DBD8}" type="presOf" srcId="{6CEE0BEE-BD4C-4C3F-9831-DF5557AAC957}" destId="{7B0D0D84-6900-477B-9A4B-6F44FB0A52CF}" srcOrd="0" destOrd="0" presId="urn:microsoft.com/office/officeart/2005/8/layout/process1"/>
    <dgm:cxn modelId="{01F5A414-F15D-40E5-AAB6-813EF16ADF55}" srcId="{2024D32F-21D1-4CE6-8181-D53812A55227}" destId="{DC84A68E-C25A-484E-928B-8BB7857B0033}" srcOrd="0" destOrd="0" parTransId="{97274C39-0762-4F2B-B40A-EE7974AA2DA8}" sibTransId="{6CEE0BEE-BD4C-4C3F-9831-DF5557AAC957}"/>
    <dgm:cxn modelId="{8C3F9C1C-B2F6-4D8A-986D-B950C4B67947}" type="presOf" srcId="{DC84A68E-C25A-484E-928B-8BB7857B0033}" destId="{F7FCBC5B-073E-4715-9B7D-ACD542F3BB30}" srcOrd="0" destOrd="0" presId="urn:microsoft.com/office/officeart/2005/8/layout/process1"/>
    <dgm:cxn modelId="{0CFBEA32-5FF1-4C1B-9ECE-0463F5F445BD}" type="presOf" srcId="{2024D32F-21D1-4CE6-8181-D53812A55227}" destId="{9AEA2495-6ED9-46EB-8F32-BA88E8AA7484}" srcOrd="0" destOrd="0" presId="urn:microsoft.com/office/officeart/2005/8/layout/process1"/>
    <dgm:cxn modelId="{FC2C6436-1463-4AAF-886C-76F2388CBA6F}" type="presOf" srcId="{042BC0FC-72FD-4F6F-A7F9-6C081C838910}" destId="{B4D940CE-DEED-4AF9-ADAF-D1DC87196615}" srcOrd="0" destOrd="0" presId="urn:microsoft.com/office/officeart/2005/8/layout/process1"/>
    <dgm:cxn modelId="{D76BB041-EF5F-45C9-8EB2-95F873E8974D}" type="presOf" srcId="{B5558059-37B5-45DF-834A-84E61286AE1C}" destId="{8D63BBEA-D134-451F-81FB-92777E0E18ED}" srcOrd="1" destOrd="0" presId="urn:microsoft.com/office/officeart/2005/8/layout/process1"/>
    <dgm:cxn modelId="{A5F95562-FC56-4E88-904B-3E7743032DC6}" srcId="{2024D32F-21D1-4CE6-8181-D53812A55227}" destId="{52A87D50-F14C-4DF1-BA68-3B003616B693}" srcOrd="2" destOrd="0" parTransId="{F08EE823-F2ED-42F1-A498-18F8A3A4D4AD}" sibTransId="{B7E11981-1744-4A49-9D5C-9AD030C96368}"/>
    <dgm:cxn modelId="{5BF172B4-F762-405A-AEE7-A8C0A2B03CAC}" type="presOf" srcId="{B5558059-37B5-45DF-834A-84E61286AE1C}" destId="{2A783593-BF68-4808-A6A3-579082EED892}" srcOrd="0" destOrd="0" presId="urn:microsoft.com/office/officeart/2005/8/layout/process1"/>
    <dgm:cxn modelId="{58A30FBE-DD2F-4C5E-92E7-1A5A26E92A20}" srcId="{2024D32F-21D1-4CE6-8181-D53812A55227}" destId="{042BC0FC-72FD-4F6F-A7F9-6C081C838910}" srcOrd="1" destOrd="0" parTransId="{461A8ACE-3FA9-460A-8C93-C7179A985ED1}" sibTransId="{B5558059-37B5-45DF-834A-84E61286AE1C}"/>
    <dgm:cxn modelId="{D6DC25E7-24E2-452F-AFDC-EA658D5F68F7}" type="presOf" srcId="{52A87D50-F14C-4DF1-BA68-3B003616B693}" destId="{9B4D65CF-D819-46D5-AFE7-273FC7CD211D}" srcOrd="0" destOrd="0" presId="urn:microsoft.com/office/officeart/2005/8/layout/process1"/>
    <dgm:cxn modelId="{0161161B-20C7-4EA8-9C6D-BD7EF0A422FA}" type="presParOf" srcId="{9AEA2495-6ED9-46EB-8F32-BA88E8AA7484}" destId="{F7FCBC5B-073E-4715-9B7D-ACD542F3BB30}" srcOrd="0" destOrd="0" presId="urn:microsoft.com/office/officeart/2005/8/layout/process1"/>
    <dgm:cxn modelId="{225FB4C4-35EB-4537-ACD3-5DA33616A684}" type="presParOf" srcId="{9AEA2495-6ED9-46EB-8F32-BA88E8AA7484}" destId="{7B0D0D84-6900-477B-9A4B-6F44FB0A52CF}" srcOrd="1" destOrd="0" presId="urn:microsoft.com/office/officeart/2005/8/layout/process1"/>
    <dgm:cxn modelId="{F6CBD865-5249-41F9-B2B9-3D271E32AD3E}" type="presParOf" srcId="{7B0D0D84-6900-477B-9A4B-6F44FB0A52CF}" destId="{EDD00A8C-CB2E-41AF-90E2-58B25E233087}" srcOrd="0" destOrd="0" presId="urn:microsoft.com/office/officeart/2005/8/layout/process1"/>
    <dgm:cxn modelId="{BF2319EF-8E8D-4568-9135-5E47DEE7A6F9}" type="presParOf" srcId="{9AEA2495-6ED9-46EB-8F32-BA88E8AA7484}" destId="{B4D940CE-DEED-4AF9-ADAF-D1DC87196615}" srcOrd="2" destOrd="0" presId="urn:microsoft.com/office/officeart/2005/8/layout/process1"/>
    <dgm:cxn modelId="{EF5C8A8C-371B-4CBA-9C96-D0D82742D6A7}" type="presParOf" srcId="{9AEA2495-6ED9-46EB-8F32-BA88E8AA7484}" destId="{2A783593-BF68-4808-A6A3-579082EED892}" srcOrd="3" destOrd="0" presId="urn:microsoft.com/office/officeart/2005/8/layout/process1"/>
    <dgm:cxn modelId="{E76B9281-B8C9-46BE-A8DD-02DC68604957}" type="presParOf" srcId="{2A783593-BF68-4808-A6A3-579082EED892}" destId="{8D63BBEA-D134-451F-81FB-92777E0E18ED}" srcOrd="0" destOrd="0" presId="urn:microsoft.com/office/officeart/2005/8/layout/process1"/>
    <dgm:cxn modelId="{165B542E-63B9-4D7F-8D08-2F7552B57475}" type="presParOf" srcId="{9AEA2495-6ED9-46EB-8F32-BA88E8AA7484}" destId="{9B4D65CF-D819-46D5-AFE7-273FC7CD211D}" srcOrd="4" destOrd="0" presId="urn:microsoft.com/office/officeart/2005/8/layout/process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263CA5-94CE-412F-A5CF-3CF9516F9ED3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10029F6-FAD6-46EA-8070-36067D941C10}">
      <dgm:prSet phldrT="[文字]"/>
      <dgm:spPr/>
      <dgm:t>
        <a:bodyPr/>
        <a:lstStyle/>
        <a:p>
          <a:r>
            <a:rPr lang="en-US" altLang="zh-TW" dirty="0"/>
            <a:t>A</a:t>
          </a:r>
          <a:endParaRPr lang="zh-TW" altLang="en-US" dirty="0"/>
        </a:p>
      </dgm:t>
    </dgm:pt>
    <dgm:pt modelId="{B2870464-745A-447E-83C6-7172B670471D}" type="parTrans" cxnId="{1A3B3DA3-FD25-478C-A29C-2F5FD3CFC9B1}">
      <dgm:prSet/>
      <dgm:spPr/>
      <dgm:t>
        <a:bodyPr/>
        <a:lstStyle/>
        <a:p>
          <a:endParaRPr lang="zh-TW" altLang="en-US"/>
        </a:p>
      </dgm:t>
    </dgm:pt>
    <dgm:pt modelId="{F3A51C11-6144-457A-8636-A085B13BB346}" type="sibTrans" cxnId="{1A3B3DA3-FD25-478C-A29C-2F5FD3CFC9B1}">
      <dgm:prSet/>
      <dgm:spPr/>
      <dgm:t>
        <a:bodyPr/>
        <a:lstStyle/>
        <a:p>
          <a:endParaRPr lang="zh-TW" altLang="en-US"/>
        </a:p>
      </dgm:t>
    </dgm:pt>
    <dgm:pt modelId="{C9461BDF-F839-47DE-AA5B-50EA28B05388}">
      <dgm:prSet phldrT="[文字]"/>
      <dgm:spPr/>
      <dgm:t>
        <a:bodyPr/>
        <a:lstStyle/>
        <a:p>
          <a:r>
            <a:rPr lang="en-US" altLang="zh-TW" dirty="0"/>
            <a:t>R</a:t>
          </a:r>
          <a:endParaRPr lang="zh-TW" altLang="en-US" dirty="0"/>
        </a:p>
      </dgm:t>
    </dgm:pt>
    <dgm:pt modelId="{4DE21D05-53D5-4E89-8347-F3E84D4EFA55}" type="parTrans" cxnId="{A1C0F23A-3FEB-4C1A-9356-4434CCAD7B53}">
      <dgm:prSet/>
      <dgm:spPr/>
      <dgm:t>
        <a:bodyPr/>
        <a:lstStyle/>
        <a:p>
          <a:endParaRPr lang="zh-TW" altLang="en-US"/>
        </a:p>
      </dgm:t>
    </dgm:pt>
    <dgm:pt modelId="{81EC4794-9CAA-4CE2-AEC6-43AE7B1EF493}" type="sibTrans" cxnId="{A1C0F23A-3FEB-4C1A-9356-4434CCAD7B53}">
      <dgm:prSet/>
      <dgm:spPr/>
      <dgm:t>
        <a:bodyPr/>
        <a:lstStyle/>
        <a:p>
          <a:endParaRPr lang="zh-TW" altLang="en-US"/>
        </a:p>
      </dgm:t>
    </dgm:pt>
    <dgm:pt modelId="{E1F42191-5FC2-4CF9-B1BC-B12D91CDAE88}">
      <dgm:prSet phldrT="[文字]"/>
      <dgm:spPr/>
      <dgm:t>
        <a:bodyPr/>
        <a:lstStyle/>
        <a:p>
          <a:r>
            <a:rPr lang="en-US" altLang="zh-TW" dirty="0"/>
            <a:t>T</a:t>
          </a:r>
          <a:endParaRPr lang="zh-TW" altLang="en-US" dirty="0"/>
        </a:p>
      </dgm:t>
    </dgm:pt>
    <dgm:pt modelId="{EF9E7712-6BFB-49E9-80A2-509E83650DAB}" type="parTrans" cxnId="{7CD23558-83D9-4111-ABFA-23CB15A919ED}">
      <dgm:prSet/>
      <dgm:spPr/>
      <dgm:t>
        <a:bodyPr/>
        <a:lstStyle/>
        <a:p>
          <a:endParaRPr lang="zh-TW" altLang="en-US"/>
        </a:p>
      </dgm:t>
    </dgm:pt>
    <dgm:pt modelId="{079143C4-04CC-419C-B08B-A54FC1D06824}" type="sibTrans" cxnId="{7CD23558-83D9-4111-ABFA-23CB15A919ED}">
      <dgm:prSet/>
      <dgm:spPr/>
      <dgm:t>
        <a:bodyPr/>
        <a:lstStyle/>
        <a:p>
          <a:endParaRPr lang="zh-TW" altLang="en-US"/>
        </a:p>
      </dgm:t>
    </dgm:pt>
    <dgm:pt modelId="{77CD5836-D987-44A4-A1CF-B9BA77A6122D}" type="pres">
      <dgm:prSet presAssocID="{BA263CA5-94CE-412F-A5CF-3CF9516F9ED3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E09D5AA9-B72E-46DD-82F7-12E3F71C4FB2}" type="pres">
      <dgm:prSet presAssocID="{F10029F6-FAD6-46EA-8070-36067D941C10}" presName="Accent1" presStyleCnt="0"/>
      <dgm:spPr/>
    </dgm:pt>
    <dgm:pt modelId="{BB5C394C-17CB-42DF-A68E-0EE54EA8148A}" type="pres">
      <dgm:prSet presAssocID="{F10029F6-FAD6-46EA-8070-36067D941C10}" presName="Accent" presStyleLbl="node1" presStyleIdx="0" presStyleCnt="3"/>
      <dgm:spPr/>
    </dgm:pt>
    <dgm:pt modelId="{B7AFE84F-285C-4C76-A2EF-9048C2BDFFDA}" type="pres">
      <dgm:prSet presAssocID="{F10029F6-FAD6-46EA-8070-36067D941C10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11283D2B-15E3-4AAE-82E2-92051CFF301A}" type="pres">
      <dgm:prSet presAssocID="{C9461BDF-F839-47DE-AA5B-50EA28B05388}" presName="Accent2" presStyleCnt="0"/>
      <dgm:spPr/>
    </dgm:pt>
    <dgm:pt modelId="{D77C1957-8E00-401E-83A7-62CB9F70C978}" type="pres">
      <dgm:prSet presAssocID="{C9461BDF-F839-47DE-AA5B-50EA28B05388}" presName="Accent" presStyleLbl="node1" presStyleIdx="1" presStyleCnt="3"/>
      <dgm:spPr/>
    </dgm:pt>
    <dgm:pt modelId="{264B6233-EB09-4725-B4F1-5CE9BF010ACE}" type="pres">
      <dgm:prSet presAssocID="{C9461BDF-F839-47DE-AA5B-50EA28B05388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6615E173-144D-4D64-A505-B1D89CA96272}" type="pres">
      <dgm:prSet presAssocID="{E1F42191-5FC2-4CF9-B1BC-B12D91CDAE88}" presName="Accent3" presStyleCnt="0"/>
      <dgm:spPr/>
    </dgm:pt>
    <dgm:pt modelId="{6401ED3F-B311-4388-889A-FBA5F7191231}" type="pres">
      <dgm:prSet presAssocID="{E1F42191-5FC2-4CF9-B1BC-B12D91CDAE88}" presName="Accent" presStyleLbl="node1" presStyleIdx="2" presStyleCnt="3"/>
      <dgm:spPr/>
    </dgm:pt>
    <dgm:pt modelId="{7019937E-F5C7-4E92-9772-C1DBFE27001D}" type="pres">
      <dgm:prSet presAssocID="{E1F42191-5FC2-4CF9-B1BC-B12D91CDAE88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5960090E-30C5-4EC3-B7BA-35D1560E8363}" type="presOf" srcId="{C9461BDF-F839-47DE-AA5B-50EA28B05388}" destId="{264B6233-EB09-4725-B4F1-5CE9BF010ACE}" srcOrd="0" destOrd="0" presId="urn:microsoft.com/office/officeart/2009/layout/CircleArrowProcess"/>
    <dgm:cxn modelId="{A1C0F23A-3FEB-4C1A-9356-4434CCAD7B53}" srcId="{BA263CA5-94CE-412F-A5CF-3CF9516F9ED3}" destId="{C9461BDF-F839-47DE-AA5B-50EA28B05388}" srcOrd="1" destOrd="0" parTransId="{4DE21D05-53D5-4E89-8347-F3E84D4EFA55}" sibTransId="{81EC4794-9CAA-4CE2-AEC6-43AE7B1EF493}"/>
    <dgm:cxn modelId="{7CD23558-83D9-4111-ABFA-23CB15A919ED}" srcId="{BA263CA5-94CE-412F-A5CF-3CF9516F9ED3}" destId="{E1F42191-5FC2-4CF9-B1BC-B12D91CDAE88}" srcOrd="2" destOrd="0" parTransId="{EF9E7712-6BFB-49E9-80A2-509E83650DAB}" sibTransId="{079143C4-04CC-419C-B08B-A54FC1D06824}"/>
    <dgm:cxn modelId="{1D5D9F58-9206-46EA-81FF-111AE511C5EB}" type="presOf" srcId="{E1F42191-5FC2-4CF9-B1BC-B12D91CDAE88}" destId="{7019937E-F5C7-4E92-9772-C1DBFE27001D}" srcOrd="0" destOrd="0" presId="urn:microsoft.com/office/officeart/2009/layout/CircleArrowProcess"/>
    <dgm:cxn modelId="{5E657D95-9FFA-4318-BCB4-69B2C5955F39}" type="presOf" srcId="{F10029F6-FAD6-46EA-8070-36067D941C10}" destId="{B7AFE84F-285C-4C76-A2EF-9048C2BDFFDA}" srcOrd="0" destOrd="0" presId="urn:microsoft.com/office/officeart/2009/layout/CircleArrowProcess"/>
    <dgm:cxn modelId="{1A3B3DA3-FD25-478C-A29C-2F5FD3CFC9B1}" srcId="{BA263CA5-94CE-412F-A5CF-3CF9516F9ED3}" destId="{F10029F6-FAD6-46EA-8070-36067D941C10}" srcOrd="0" destOrd="0" parTransId="{B2870464-745A-447E-83C6-7172B670471D}" sibTransId="{F3A51C11-6144-457A-8636-A085B13BB346}"/>
    <dgm:cxn modelId="{A2F0CAEB-490A-4470-B290-5818D0299222}" type="presOf" srcId="{BA263CA5-94CE-412F-A5CF-3CF9516F9ED3}" destId="{77CD5836-D987-44A4-A1CF-B9BA77A6122D}" srcOrd="0" destOrd="0" presId="urn:microsoft.com/office/officeart/2009/layout/CircleArrowProcess"/>
    <dgm:cxn modelId="{4C92FB2D-A5C6-4BBE-8530-9306E07BAF2A}" type="presParOf" srcId="{77CD5836-D987-44A4-A1CF-B9BA77A6122D}" destId="{E09D5AA9-B72E-46DD-82F7-12E3F71C4FB2}" srcOrd="0" destOrd="0" presId="urn:microsoft.com/office/officeart/2009/layout/CircleArrowProcess"/>
    <dgm:cxn modelId="{2EF81B3C-6A98-48FF-AF6C-F184983C12F7}" type="presParOf" srcId="{E09D5AA9-B72E-46DD-82F7-12E3F71C4FB2}" destId="{BB5C394C-17CB-42DF-A68E-0EE54EA8148A}" srcOrd="0" destOrd="0" presId="urn:microsoft.com/office/officeart/2009/layout/CircleArrowProcess"/>
    <dgm:cxn modelId="{28CE0218-60D7-465D-836F-2DE1976AFD6C}" type="presParOf" srcId="{77CD5836-D987-44A4-A1CF-B9BA77A6122D}" destId="{B7AFE84F-285C-4C76-A2EF-9048C2BDFFDA}" srcOrd="1" destOrd="0" presId="urn:microsoft.com/office/officeart/2009/layout/CircleArrowProcess"/>
    <dgm:cxn modelId="{4C87A603-9FE0-48C5-9888-CB808790CC44}" type="presParOf" srcId="{77CD5836-D987-44A4-A1CF-B9BA77A6122D}" destId="{11283D2B-15E3-4AAE-82E2-92051CFF301A}" srcOrd="2" destOrd="0" presId="urn:microsoft.com/office/officeart/2009/layout/CircleArrowProcess"/>
    <dgm:cxn modelId="{1EBF2BF4-1111-433B-B451-FB6D35E4750C}" type="presParOf" srcId="{11283D2B-15E3-4AAE-82E2-92051CFF301A}" destId="{D77C1957-8E00-401E-83A7-62CB9F70C978}" srcOrd="0" destOrd="0" presId="urn:microsoft.com/office/officeart/2009/layout/CircleArrowProcess"/>
    <dgm:cxn modelId="{14A8BF24-4367-4FC4-B6CB-71278051E69D}" type="presParOf" srcId="{77CD5836-D987-44A4-A1CF-B9BA77A6122D}" destId="{264B6233-EB09-4725-B4F1-5CE9BF010ACE}" srcOrd="3" destOrd="0" presId="urn:microsoft.com/office/officeart/2009/layout/CircleArrowProcess"/>
    <dgm:cxn modelId="{E7EB859A-EF5F-47C2-87CA-EC45F9B60426}" type="presParOf" srcId="{77CD5836-D987-44A4-A1CF-B9BA77A6122D}" destId="{6615E173-144D-4D64-A505-B1D89CA96272}" srcOrd="4" destOrd="0" presId="urn:microsoft.com/office/officeart/2009/layout/CircleArrowProcess"/>
    <dgm:cxn modelId="{A4B45F8E-29F5-4FA0-9571-00482410746F}" type="presParOf" srcId="{6615E173-144D-4D64-A505-B1D89CA96272}" destId="{6401ED3F-B311-4388-889A-FBA5F7191231}" srcOrd="0" destOrd="0" presId="urn:microsoft.com/office/officeart/2009/layout/CircleArrowProcess"/>
    <dgm:cxn modelId="{DF348A8E-ACCE-4DB9-BD4D-483DBE1CFB8D}" type="presParOf" srcId="{77CD5836-D987-44A4-A1CF-B9BA77A6122D}" destId="{7019937E-F5C7-4E92-9772-C1DBFE27001D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CBC5B-073E-4715-9B7D-ACD542F3BB30}">
      <dsp:nvSpPr>
        <dsp:cNvPr id="0" name=""/>
        <dsp:cNvSpPr/>
      </dsp:nvSpPr>
      <dsp:spPr>
        <a:xfrm>
          <a:off x="78951" y="213591"/>
          <a:ext cx="1291121" cy="7746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zh-TW" sz="2000" b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Lot in</a:t>
          </a:r>
          <a:endParaRPr lang="zh-TW" altLang="en-US" sz="2000" kern="1200" dirty="0"/>
        </a:p>
      </dsp:txBody>
      <dsp:txXfrm>
        <a:off x="101640" y="236280"/>
        <a:ext cx="1245743" cy="729294"/>
      </dsp:txXfrm>
    </dsp:sp>
    <dsp:sp modelId="{7B0D0D84-6900-477B-9A4B-6F44FB0A52CF}">
      <dsp:nvSpPr>
        <dsp:cNvPr id="0" name=""/>
        <dsp:cNvSpPr/>
      </dsp:nvSpPr>
      <dsp:spPr>
        <a:xfrm rot="21592009">
          <a:off x="1480526" y="438799"/>
          <a:ext cx="234163" cy="320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300" kern="1200"/>
        </a:p>
      </dsp:txBody>
      <dsp:txXfrm>
        <a:off x="1480526" y="502921"/>
        <a:ext cx="163914" cy="192118"/>
      </dsp:txXfrm>
    </dsp:sp>
    <dsp:sp modelId="{B4D940CE-DEED-4AF9-ADAF-D1DC87196615}">
      <dsp:nvSpPr>
        <dsp:cNvPr id="0" name=""/>
        <dsp:cNvSpPr/>
      </dsp:nvSpPr>
      <dsp:spPr>
        <a:xfrm>
          <a:off x="1811889" y="209563"/>
          <a:ext cx="1291121" cy="7746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zh-TW" sz="2000" b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Normal test</a:t>
          </a:r>
          <a:endParaRPr lang="zh-TW" altLang="en-US" sz="2000" kern="1200" dirty="0"/>
        </a:p>
      </dsp:txBody>
      <dsp:txXfrm>
        <a:off x="1834578" y="232252"/>
        <a:ext cx="1245743" cy="729294"/>
      </dsp:txXfrm>
    </dsp:sp>
    <dsp:sp modelId="{2A783593-BF68-4808-A6A3-579082EED892}">
      <dsp:nvSpPr>
        <dsp:cNvPr id="0" name=""/>
        <dsp:cNvSpPr/>
      </dsp:nvSpPr>
      <dsp:spPr>
        <a:xfrm rot="7894">
          <a:off x="3218795" y="438831"/>
          <a:ext cx="245465" cy="320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300" kern="1200"/>
        </a:p>
      </dsp:txBody>
      <dsp:txXfrm>
        <a:off x="3218795" y="502786"/>
        <a:ext cx="171826" cy="192118"/>
      </dsp:txXfrm>
    </dsp:sp>
    <dsp:sp modelId="{9B4D65CF-D819-46D5-AFE7-273FC7CD211D}">
      <dsp:nvSpPr>
        <dsp:cNvPr id="0" name=""/>
        <dsp:cNvSpPr/>
      </dsp:nvSpPr>
      <dsp:spPr>
        <a:xfrm>
          <a:off x="3566151" y="213591"/>
          <a:ext cx="1291121" cy="7746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zh-TW" sz="2000" b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Print summary</a:t>
          </a:r>
          <a:endParaRPr lang="zh-TW" altLang="en-US" sz="2000" kern="1200" dirty="0"/>
        </a:p>
      </dsp:txBody>
      <dsp:txXfrm>
        <a:off x="3588840" y="236280"/>
        <a:ext cx="1245743" cy="7292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CBC5B-073E-4715-9B7D-ACD542F3BB30}">
      <dsp:nvSpPr>
        <dsp:cNvPr id="0" name=""/>
        <dsp:cNvSpPr/>
      </dsp:nvSpPr>
      <dsp:spPr>
        <a:xfrm>
          <a:off x="78951" y="213591"/>
          <a:ext cx="1291121" cy="7746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zh-TW" sz="2000" b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RT lot in</a:t>
          </a:r>
          <a:endParaRPr lang="zh-TW" altLang="en-US" sz="2000" kern="1200" dirty="0"/>
        </a:p>
      </dsp:txBody>
      <dsp:txXfrm>
        <a:off x="101640" y="236280"/>
        <a:ext cx="1245743" cy="729294"/>
      </dsp:txXfrm>
    </dsp:sp>
    <dsp:sp modelId="{7B0D0D84-6900-477B-9A4B-6F44FB0A52CF}">
      <dsp:nvSpPr>
        <dsp:cNvPr id="0" name=""/>
        <dsp:cNvSpPr/>
      </dsp:nvSpPr>
      <dsp:spPr>
        <a:xfrm rot="21592009">
          <a:off x="1480526" y="438799"/>
          <a:ext cx="234163" cy="320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300" kern="1200"/>
        </a:p>
      </dsp:txBody>
      <dsp:txXfrm>
        <a:off x="1480526" y="502921"/>
        <a:ext cx="163914" cy="192118"/>
      </dsp:txXfrm>
    </dsp:sp>
    <dsp:sp modelId="{B4D940CE-DEED-4AF9-ADAF-D1DC87196615}">
      <dsp:nvSpPr>
        <dsp:cNvPr id="0" name=""/>
        <dsp:cNvSpPr/>
      </dsp:nvSpPr>
      <dsp:spPr>
        <a:xfrm>
          <a:off x="1811889" y="209563"/>
          <a:ext cx="1291121" cy="7746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zh-TW" sz="2000" b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Retest</a:t>
          </a:r>
          <a:endParaRPr lang="zh-TW" altLang="en-US" sz="2000" kern="1200" dirty="0"/>
        </a:p>
      </dsp:txBody>
      <dsp:txXfrm>
        <a:off x="1834578" y="232252"/>
        <a:ext cx="1245743" cy="729294"/>
      </dsp:txXfrm>
    </dsp:sp>
    <dsp:sp modelId="{2A783593-BF68-4808-A6A3-579082EED892}">
      <dsp:nvSpPr>
        <dsp:cNvPr id="0" name=""/>
        <dsp:cNvSpPr/>
      </dsp:nvSpPr>
      <dsp:spPr>
        <a:xfrm rot="7894">
          <a:off x="3218795" y="438831"/>
          <a:ext cx="245465" cy="3201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300" kern="1200"/>
        </a:p>
      </dsp:txBody>
      <dsp:txXfrm>
        <a:off x="3218795" y="502786"/>
        <a:ext cx="171826" cy="192118"/>
      </dsp:txXfrm>
    </dsp:sp>
    <dsp:sp modelId="{9B4D65CF-D819-46D5-AFE7-273FC7CD211D}">
      <dsp:nvSpPr>
        <dsp:cNvPr id="0" name=""/>
        <dsp:cNvSpPr/>
      </dsp:nvSpPr>
      <dsp:spPr>
        <a:xfrm>
          <a:off x="3566151" y="213591"/>
          <a:ext cx="1291121" cy="7746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zh-TW" sz="2000" b="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Print summary</a:t>
          </a:r>
          <a:endParaRPr lang="zh-TW" altLang="en-US" sz="2000" kern="1200" dirty="0"/>
        </a:p>
      </dsp:txBody>
      <dsp:txXfrm>
        <a:off x="3588840" y="236280"/>
        <a:ext cx="1245743" cy="7292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C394C-17CB-42DF-A68E-0EE54EA8148A}">
      <dsp:nvSpPr>
        <dsp:cNvPr id="0" name=""/>
        <dsp:cNvSpPr/>
      </dsp:nvSpPr>
      <dsp:spPr>
        <a:xfrm>
          <a:off x="475505" y="0"/>
          <a:ext cx="659260" cy="65936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E84F-285C-4C76-A2EF-9048C2BDFFDA}">
      <dsp:nvSpPr>
        <dsp:cNvPr id="0" name=""/>
        <dsp:cNvSpPr/>
      </dsp:nvSpPr>
      <dsp:spPr>
        <a:xfrm>
          <a:off x="621223" y="238049"/>
          <a:ext cx="366338" cy="18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/>
            <a:t>A</a:t>
          </a:r>
          <a:endParaRPr lang="zh-TW" altLang="en-US" sz="1200" kern="1200" dirty="0"/>
        </a:p>
      </dsp:txBody>
      <dsp:txXfrm>
        <a:off x="621223" y="238049"/>
        <a:ext cx="366338" cy="183125"/>
      </dsp:txXfrm>
    </dsp:sp>
    <dsp:sp modelId="{D77C1957-8E00-401E-83A7-62CB9F70C978}">
      <dsp:nvSpPr>
        <dsp:cNvPr id="0" name=""/>
        <dsp:cNvSpPr/>
      </dsp:nvSpPr>
      <dsp:spPr>
        <a:xfrm>
          <a:off x="292397" y="378851"/>
          <a:ext cx="659260" cy="65936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B6233-EB09-4725-B4F1-5CE9BF010ACE}">
      <dsp:nvSpPr>
        <dsp:cNvPr id="0" name=""/>
        <dsp:cNvSpPr/>
      </dsp:nvSpPr>
      <dsp:spPr>
        <a:xfrm>
          <a:off x="438859" y="619092"/>
          <a:ext cx="366338" cy="18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/>
            <a:t>R</a:t>
          </a:r>
          <a:endParaRPr lang="zh-TW" altLang="en-US" sz="1200" kern="1200" dirty="0"/>
        </a:p>
      </dsp:txBody>
      <dsp:txXfrm>
        <a:off x="438859" y="619092"/>
        <a:ext cx="366338" cy="183125"/>
      </dsp:txXfrm>
    </dsp:sp>
    <dsp:sp modelId="{6401ED3F-B311-4388-889A-FBA5F7191231}">
      <dsp:nvSpPr>
        <dsp:cNvPr id="0" name=""/>
        <dsp:cNvSpPr/>
      </dsp:nvSpPr>
      <dsp:spPr>
        <a:xfrm>
          <a:off x="522427" y="803039"/>
          <a:ext cx="566407" cy="566634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9937E-F5C7-4E92-9772-C1DBFE27001D}">
      <dsp:nvSpPr>
        <dsp:cNvPr id="0" name=""/>
        <dsp:cNvSpPr/>
      </dsp:nvSpPr>
      <dsp:spPr>
        <a:xfrm>
          <a:off x="622090" y="1000683"/>
          <a:ext cx="366338" cy="18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200" kern="1200" dirty="0"/>
            <a:t>T</a:t>
          </a:r>
          <a:endParaRPr lang="zh-TW" altLang="en-US" sz="1200" kern="1200" dirty="0"/>
        </a:p>
      </dsp:txBody>
      <dsp:txXfrm>
        <a:off x="622090" y="1000683"/>
        <a:ext cx="366338" cy="183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23"/>
          <p:cNvSpPr>
            <a:spLocks noGrp="1"/>
          </p:cNvSpPr>
          <p:nvPr>
            <p:ph type="title"/>
          </p:nvPr>
        </p:nvSpPr>
        <p:spPr>
          <a:xfrm>
            <a:off x="757237" y="2352676"/>
            <a:ext cx="8853488" cy="1109774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28" name="文字版面配置區 27"/>
          <p:cNvSpPr>
            <a:spLocks noGrp="1"/>
          </p:cNvSpPr>
          <p:nvPr>
            <p:ph type="body" sz="quarter" idx="10"/>
          </p:nvPr>
        </p:nvSpPr>
        <p:spPr>
          <a:xfrm>
            <a:off x="757237" y="3462450"/>
            <a:ext cx="7048500" cy="47137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latin typeface="Lato Black" panose="020F0502020204030203" pitchFamily="34" charset="0"/>
                <a:cs typeface="Lato Black" panose="020F050202020403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文字版面配置區 27"/>
          <p:cNvSpPr>
            <a:spLocks noGrp="1"/>
          </p:cNvSpPr>
          <p:nvPr>
            <p:ph type="body" sz="quarter" idx="11" hasCustomPrompt="1"/>
          </p:nvPr>
        </p:nvSpPr>
        <p:spPr>
          <a:xfrm>
            <a:off x="757237" y="5096100"/>
            <a:ext cx="7048500" cy="395399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部門</a:t>
            </a:r>
          </a:p>
        </p:txBody>
      </p:sp>
      <p:sp>
        <p:nvSpPr>
          <p:cNvPr id="6" name="文字版面配置區 27"/>
          <p:cNvSpPr>
            <a:spLocks noGrp="1"/>
          </p:cNvSpPr>
          <p:nvPr>
            <p:ph type="body" sz="quarter" idx="12" hasCustomPrompt="1"/>
          </p:nvPr>
        </p:nvSpPr>
        <p:spPr>
          <a:xfrm>
            <a:off x="757237" y="5552092"/>
            <a:ext cx="7048500" cy="395399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作者</a:t>
            </a: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72" y="366080"/>
            <a:ext cx="3730025" cy="573229"/>
          </a:xfrm>
          <a:prstGeom prst="rect">
            <a:avLst/>
          </a:prstGeom>
        </p:spPr>
      </p:pic>
      <p:sp>
        <p:nvSpPr>
          <p:cNvPr id="7" name="文字版面配置區 27"/>
          <p:cNvSpPr>
            <a:spLocks noGrp="1"/>
          </p:cNvSpPr>
          <p:nvPr>
            <p:ph type="body" sz="quarter" idx="13" hasCustomPrompt="1"/>
          </p:nvPr>
        </p:nvSpPr>
        <p:spPr>
          <a:xfrm>
            <a:off x="10524226" y="5552092"/>
            <a:ext cx="757956" cy="395399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版次</a:t>
            </a:r>
          </a:p>
        </p:txBody>
      </p:sp>
    </p:spTree>
    <p:extLst>
      <p:ext uri="{BB962C8B-B14F-4D97-AF65-F5344CB8AC3E}">
        <p14:creationId xmlns:p14="http://schemas.microsoft.com/office/powerpoint/2010/main" val="279287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27" name="標題 1"/>
          <p:cNvSpPr>
            <a:spLocks noGrp="1"/>
          </p:cNvSpPr>
          <p:nvPr>
            <p:ph type="title"/>
          </p:nvPr>
        </p:nvSpPr>
        <p:spPr>
          <a:xfrm>
            <a:off x="838200" y="182904"/>
            <a:ext cx="8334375" cy="723851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64601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pic>
        <p:nvPicPr>
          <p:cNvPr id="28" name="圖片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3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" name="Group 56">
            <a:extLst>
              <a:ext uri="{FF2B5EF4-FFF2-40B4-BE49-F238E27FC236}">
                <a16:creationId xmlns:a16="http://schemas.microsoft.com/office/drawing/2014/main" id="{CDDDB0E5-C9C9-44D8-BEB8-16A6CA8920CA}"/>
              </a:ext>
            </a:extLst>
          </p:cNvPr>
          <p:cNvGrpSpPr/>
          <p:nvPr userDrawn="1"/>
        </p:nvGrpSpPr>
        <p:grpSpPr>
          <a:xfrm>
            <a:off x="1314484" y="496438"/>
            <a:ext cx="958096" cy="958096"/>
            <a:chOff x="4753009" y="790578"/>
            <a:chExt cx="958096" cy="958096"/>
          </a:xfrm>
        </p:grpSpPr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A1331986-E857-4609-B617-F76377A73F02}"/>
                </a:ext>
              </a:extLst>
            </p:cNvPr>
            <p:cNvSpPr txBox="1"/>
            <p:nvPr/>
          </p:nvSpPr>
          <p:spPr>
            <a:xfrm>
              <a:off x="4753009" y="1008016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Freeform: Shape 44">
              <a:extLst>
                <a:ext uri="{FF2B5EF4-FFF2-40B4-BE49-F238E27FC236}">
                  <a16:creationId xmlns:a16="http://schemas.microsoft.com/office/drawing/2014/main" id="{AD1B7BFE-C7D7-4846-B6EF-E78809137F86}"/>
                </a:ext>
              </a:extLst>
            </p:cNvPr>
            <p:cNvSpPr/>
            <p:nvPr/>
          </p:nvSpPr>
          <p:spPr>
            <a:xfrm>
              <a:off x="4753009" y="790578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34" name="Group 55">
            <a:extLst>
              <a:ext uri="{FF2B5EF4-FFF2-40B4-BE49-F238E27FC236}">
                <a16:creationId xmlns:a16="http://schemas.microsoft.com/office/drawing/2014/main" id="{AB7350D3-4353-45F7-BF03-021199F2298D}"/>
              </a:ext>
            </a:extLst>
          </p:cNvPr>
          <p:cNvGrpSpPr/>
          <p:nvPr userDrawn="1"/>
        </p:nvGrpSpPr>
        <p:grpSpPr>
          <a:xfrm>
            <a:off x="1314484" y="1843588"/>
            <a:ext cx="958096" cy="958096"/>
            <a:chOff x="5276743" y="2230161"/>
            <a:chExt cx="958096" cy="958096"/>
          </a:xfrm>
        </p:grpSpPr>
        <p:sp>
          <p:nvSpPr>
            <p:cNvPr id="36" name="TextBox 26">
              <a:extLst>
                <a:ext uri="{FF2B5EF4-FFF2-40B4-BE49-F238E27FC236}">
                  <a16:creationId xmlns:a16="http://schemas.microsoft.com/office/drawing/2014/main" id="{2FA08F88-D243-4550-8E31-B93DA73D17CE}"/>
                </a:ext>
              </a:extLst>
            </p:cNvPr>
            <p:cNvSpPr txBox="1"/>
            <p:nvPr/>
          </p:nvSpPr>
          <p:spPr>
            <a:xfrm>
              <a:off x="5276743" y="2447599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Freeform: Shape 45">
              <a:extLst>
                <a:ext uri="{FF2B5EF4-FFF2-40B4-BE49-F238E27FC236}">
                  <a16:creationId xmlns:a16="http://schemas.microsoft.com/office/drawing/2014/main" id="{29B487FA-C5D3-415D-9C56-BE12457EB2F4}"/>
                </a:ext>
              </a:extLst>
            </p:cNvPr>
            <p:cNvSpPr/>
            <p:nvPr/>
          </p:nvSpPr>
          <p:spPr>
            <a:xfrm>
              <a:off x="5276743" y="2230161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40" name="文字版面配置區 52"/>
          <p:cNvSpPr>
            <a:spLocks noGrp="1"/>
          </p:cNvSpPr>
          <p:nvPr>
            <p:ph type="body" sz="quarter" idx="14" hasCustomPrompt="1"/>
          </p:nvPr>
        </p:nvSpPr>
        <p:spPr>
          <a:xfrm>
            <a:off x="2481243" y="932997"/>
            <a:ext cx="6352206" cy="414954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1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481243" y="524767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2" name="文字版面配置區 52"/>
          <p:cNvSpPr>
            <a:spLocks noGrp="1"/>
          </p:cNvSpPr>
          <p:nvPr>
            <p:ph type="body" sz="quarter" idx="15" hasCustomPrompt="1"/>
          </p:nvPr>
        </p:nvSpPr>
        <p:spPr>
          <a:xfrm>
            <a:off x="2481243" y="2251818"/>
            <a:ext cx="6352206" cy="414954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3" name="內容版面配置區 2"/>
          <p:cNvSpPr>
            <a:spLocks noGrp="1"/>
          </p:cNvSpPr>
          <p:nvPr>
            <p:ph idx="16" hasCustomPrompt="1"/>
          </p:nvPr>
        </p:nvSpPr>
        <p:spPr>
          <a:xfrm>
            <a:off x="2481243" y="1843588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grpSp>
        <p:nvGrpSpPr>
          <p:cNvPr id="44" name="Group 55">
            <a:extLst>
              <a:ext uri="{FF2B5EF4-FFF2-40B4-BE49-F238E27FC236}">
                <a16:creationId xmlns:a16="http://schemas.microsoft.com/office/drawing/2014/main" id="{AB7350D3-4353-45F7-BF03-021199F2298D}"/>
              </a:ext>
            </a:extLst>
          </p:cNvPr>
          <p:cNvGrpSpPr/>
          <p:nvPr userDrawn="1"/>
        </p:nvGrpSpPr>
        <p:grpSpPr>
          <a:xfrm>
            <a:off x="1314484" y="4377561"/>
            <a:ext cx="958096" cy="958096"/>
            <a:chOff x="5276743" y="2230161"/>
            <a:chExt cx="958096" cy="958096"/>
          </a:xfrm>
        </p:grpSpPr>
        <p:sp>
          <p:nvSpPr>
            <p:cNvPr id="45" name="TextBox 26">
              <a:extLst>
                <a:ext uri="{FF2B5EF4-FFF2-40B4-BE49-F238E27FC236}">
                  <a16:creationId xmlns:a16="http://schemas.microsoft.com/office/drawing/2014/main" id="{2FA08F88-D243-4550-8E31-B93DA73D17CE}"/>
                </a:ext>
              </a:extLst>
            </p:cNvPr>
            <p:cNvSpPr txBox="1"/>
            <p:nvPr/>
          </p:nvSpPr>
          <p:spPr>
            <a:xfrm>
              <a:off x="5276743" y="2447599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</a:t>
              </a:r>
              <a:r>
                <a:rPr lang="en-US" altLang="zh-TW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4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9B487FA-C5D3-415D-9C56-BE12457EB2F4}"/>
                </a:ext>
              </a:extLst>
            </p:cNvPr>
            <p:cNvSpPr/>
            <p:nvPr/>
          </p:nvSpPr>
          <p:spPr>
            <a:xfrm>
              <a:off x="5276743" y="2230161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47" name="文字版面配置區 52"/>
          <p:cNvSpPr>
            <a:spLocks noGrp="1"/>
          </p:cNvSpPr>
          <p:nvPr>
            <p:ph type="body" sz="quarter" idx="17" hasCustomPrompt="1"/>
          </p:nvPr>
        </p:nvSpPr>
        <p:spPr>
          <a:xfrm>
            <a:off x="2481243" y="4785791"/>
            <a:ext cx="6352206" cy="414954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8" name="內容版面配置區 2"/>
          <p:cNvSpPr>
            <a:spLocks noGrp="1"/>
          </p:cNvSpPr>
          <p:nvPr>
            <p:ph idx="18" hasCustomPrompt="1"/>
          </p:nvPr>
        </p:nvSpPr>
        <p:spPr>
          <a:xfrm>
            <a:off x="2481243" y="4377561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grpSp>
        <p:nvGrpSpPr>
          <p:cNvPr id="49" name="Group 56">
            <a:extLst>
              <a:ext uri="{FF2B5EF4-FFF2-40B4-BE49-F238E27FC236}">
                <a16:creationId xmlns:a16="http://schemas.microsoft.com/office/drawing/2014/main" id="{CDDDB0E5-C9C9-44D8-BEB8-16A6CA8920CA}"/>
              </a:ext>
            </a:extLst>
          </p:cNvPr>
          <p:cNvGrpSpPr/>
          <p:nvPr userDrawn="1"/>
        </p:nvGrpSpPr>
        <p:grpSpPr>
          <a:xfrm>
            <a:off x="1314484" y="3184158"/>
            <a:ext cx="958096" cy="958096"/>
            <a:chOff x="4753009" y="790578"/>
            <a:chExt cx="958096" cy="958096"/>
          </a:xfrm>
        </p:grpSpPr>
        <p:sp>
          <p:nvSpPr>
            <p:cNvPr id="50" name="TextBox 22">
              <a:extLst>
                <a:ext uri="{FF2B5EF4-FFF2-40B4-BE49-F238E27FC236}">
                  <a16:creationId xmlns:a16="http://schemas.microsoft.com/office/drawing/2014/main" id="{A1331986-E857-4609-B617-F76377A73F02}"/>
                </a:ext>
              </a:extLst>
            </p:cNvPr>
            <p:cNvSpPr txBox="1"/>
            <p:nvPr/>
          </p:nvSpPr>
          <p:spPr>
            <a:xfrm>
              <a:off x="4753009" y="1008016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</a:t>
              </a:r>
              <a:r>
                <a:rPr lang="en-US" altLang="zh-TW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3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Freeform: Shape 44">
              <a:extLst>
                <a:ext uri="{FF2B5EF4-FFF2-40B4-BE49-F238E27FC236}">
                  <a16:creationId xmlns:a16="http://schemas.microsoft.com/office/drawing/2014/main" id="{AD1B7BFE-C7D7-4846-B6EF-E78809137F86}"/>
                </a:ext>
              </a:extLst>
            </p:cNvPr>
            <p:cNvSpPr/>
            <p:nvPr/>
          </p:nvSpPr>
          <p:spPr>
            <a:xfrm>
              <a:off x="4753009" y="790578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52" name="文字版面配置區 52"/>
          <p:cNvSpPr>
            <a:spLocks noGrp="1"/>
          </p:cNvSpPr>
          <p:nvPr>
            <p:ph type="body" sz="quarter" idx="19" hasCustomPrompt="1"/>
          </p:nvPr>
        </p:nvSpPr>
        <p:spPr>
          <a:xfrm>
            <a:off x="2481243" y="3620717"/>
            <a:ext cx="6352206" cy="414954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53" name="內容版面配置區 2"/>
          <p:cNvSpPr>
            <a:spLocks noGrp="1"/>
          </p:cNvSpPr>
          <p:nvPr>
            <p:ph idx="20" hasCustomPrompt="1"/>
          </p:nvPr>
        </p:nvSpPr>
        <p:spPr>
          <a:xfrm>
            <a:off x="2481243" y="3212487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621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21005"/>
            <a:ext cx="8334375" cy="577302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838199" y="1625630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47" name="矩形 46"/>
          <p:cNvSpPr/>
          <p:nvPr userDrawn="1"/>
        </p:nvSpPr>
        <p:spPr>
          <a:xfrm flipV="1">
            <a:off x="1" y="1046966"/>
            <a:ext cx="12192000" cy="389811"/>
          </a:xfrm>
          <a:prstGeom prst="rect">
            <a:avLst/>
          </a:prstGeom>
          <a:gradFill flip="none" rotWithShape="1">
            <a:gsLst>
              <a:gs pos="32000">
                <a:schemeClr val="accent1">
                  <a:lumMod val="0"/>
                  <a:lumOff val="100000"/>
                  <a:alpha val="0"/>
                </a:schemeClr>
              </a:gs>
              <a:gs pos="100000">
                <a:schemeClr val="accent1">
                  <a:lumMod val="38000"/>
                  <a:lumOff val="62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1" name="內容版面配置區 50"/>
          <p:cNvSpPr>
            <a:spLocks noGrp="1"/>
          </p:cNvSpPr>
          <p:nvPr>
            <p:ph sz="quarter" idx="13"/>
          </p:nvPr>
        </p:nvSpPr>
        <p:spPr>
          <a:xfrm>
            <a:off x="838200" y="807831"/>
            <a:ext cx="5276850" cy="3048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Franklin Gothic Demi" panose="020B0703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3" name="文字版面配置區 52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141320"/>
            <a:ext cx="10763250" cy="3609975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807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21005"/>
            <a:ext cx="8334375" cy="577302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838199" y="1625630"/>
            <a:ext cx="2047875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47" name="矩形 46"/>
          <p:cNvSpPr/>
          <p:nvPr userDrawn="1"/>
        </p:nvSpPr>
        <p:spPr>
          <a:xfrm flipV="1">
            <a:off x="1" y="1046966"/>
            <a:ext cx="12192000" cy="389811"/>
          </a:xfrm>
          <a:prstGeom prst="rect">
            <a:avLst/>
          </a:prstGeom>
          <a:gradFill flip="none" rotWithShape="1">
            <a:gsLst>
              <a:gs pos="32000">
                <a:schemeClr val="accent1">
                  <a:lumMod val="0"/>
                  <a:lumOff val="100000"/>
                  <a:alpha val="0"/>
                </a:schemeClr>
              </a:gs>
              <a:gs pos="100000">
                <a:schemeClr val="accent1">
                  <a:lumMod val="38000"/>
                  <a:lumOff val="62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1" name="內容版面配置區 50"/>
          <p:cNvSpPr>
            <a:spLocks noGrp="1"/>
          </p:cNvSpPr>
          <p:nvPr>
            <p:ph sz="quarter" idx="13"/>
          </p:nvPr>
        </p:nvSpPr>
        <p:spPr>
          <a:xfrm>
            <a:off x="838200" y="807831"/>
            <a:ext cx="5276850" cy="3048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Franklin Gothic Demi" panose="020B0703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3" name="文字版面配置區 52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141320"/>
            <a:ext cx="5276850" cy="3609975"/>
          </a:xfrm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  <a:endParaRPr lang="zh-TW" altLang="en-US" dirty="0"/>
          </a:p>
        </p:txBody>
      </p:sp>
      <p:sp>
        <p:nvSpPr>
          <p:cNvPr id="28" name="圖片版面配置區 27"/>
          <p:cNvSpPr>
            <a:spLocks noGrp="1"/>
          </p:cNvSpPr>
          <p:nvPr>
            <p:ph type="pic" sz="quarter" idx="15"/>
          </p:nvPr>
        </p:nvSpPr>
        <p:spPr>
          <a:xfrm>
            <a:off x="6730655" y="2329132"/>
            <a:ext cx="4883839" cy="3169091"/>
          </a:xfrm>
          <a:prstGeom prst="snip2DiagRect">
            <a:avLst/>
          </a:prstGeom>
          <a:solidFill>
            <a:srgbClr val="546BC3"/>
          </a:solid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96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21005"/>
            <a:ext cx="8334375" cy="577302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1736112" y="3209743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" y="5901890"/>
            <a:ext cx="2352674" cy="445414"/>
            <a:chOff x="274657" y="664575"/>
            <a:chExt cx="6691870" cy="1266920"/>
          </a:xfrm>
        </p:grpSpPr>
        <p:grpSp>
          <p:nvGrpSpPr>
            <p:cNvPr id="8" name="Google Shape;975;p41"/>
            <p:cNvGrpSpPr/>
            <p:nvPr/>
          </p:nvGrpSpPr>
          <p:grpSpPr>
            <a:xfrm>
              <a:off x="950989" y="1800087"/>
              <a:ext cx="1098464" cy="131408"/>
              <a:chOff x="656432" y="1229355"/>
              <a:chExt cx="1099051" cy="159993"/>
            </a:xfrm>
          </p:grpSpPr>
          <p:sp>
            <p:nvSpPr>
              <p:cNvPr id="22" name="Google Shape;976;p41"/>
              <p:cNvSpPr/>
              <p:nvPr/>
            </p:nvSpPr>
            <p:spPr>
              <a:xfrm>
                <a:off x="656432" y="1229355"/>
                <a:ext cx="159584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3" name="Google Shape;977;p41"/>
              <p:cNvSpPr/>
              <p:nvPr/>
            </p:nvSpPr>
            <p:spPr>
              <a:xfrm>
                <a:off x="891046" y="1229355"/>
                <a:ext cx="159989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9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4" name="Google Shape;978;p41"/>
              <p:cNvSpPr/>
              <p:nvPr/>
            </p:nvSpPr>
            <p:spPr>
              <a:xfrm>
                <a:off x="1126064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7" y="788"/>
                    </a:lnTo>
                    <a:lnTo>
                      <a:pt x="7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5" name="Google Shape;979;p41"/>
              <p:cNvSpPr/>
              <p:nvPr/>
            </p:nvSpPr>
            <p:spPr>
              <a:xfrm>
                <a:off x="1360880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0" y="1"/>
                    </a:moveTo>
                    <a:lnTo>
                      <a:pt x="0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6" name="Google Shape;980;p41"/>
              <p:cNvSpPr/>
              <p:nvPr/>
            </p:nvSpPr>
            <p:spPr>
              <a:xfrm>
                <a:off x="1595696" y="1229355"/>
                <a:ext cx="159787" cy="159993"/>
              </a:xfrm>
              <a:custGeom>
                <a:avLst/>
                <a:gdLst/>
                <a:ahLst/>
                <a:cxnLst/>
                <a:rect l="l" t="t" r="r" b="b"/>
                <a:pathLst>
                  <a:path w="788" h="789" extrusionOk="0">
                    <a:moveTo>
                      <a:pt x="1" y="1"/>
                    </a:moveTo>
                    <a:lnTo>
                      <a:pt x="1" y="788"/>
                    </a:lnTo>
                    <a:lnTo>
                      <a:pt x="788" y="788"/>
                    </a:lnTo>
                    <a:lnTo>
                      <a:pt x="7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981;p41"/>
            <p:cNvGrpSpPr/>
            <p:nvPr/>
          </p:nvGrpSpPr>
          <p:grpSpPr>
            <a:xfrm>
              <a:off x="909340" y="794772"/>
              <a:ext cx="1181771" cy="131400"/>
              <a:chOff x="946406" y="423525"/>
              <a:chExt cx="540708" cy="60121"/>
            </a:xfrm>
          </p:grpSpPr>
          <p:sp>
            <p:nvSpPr>
              <p:cNvPr id="16" name="Google Shape;982;p41"/>
              <p:cNvSpPr/>
              <p:nvPr/>
            </p:nvSpPr>
            <p:spPr>
              <a:xfrm>
                <a:off x="946406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0" y="0"/>
                      <a:pt x="0" y="91"/>
                      <a:pt x="0" y="203"/>
                    </a:cubicBezTo>
                    <a:cubicBezTo>
                      <a:pt x="0" y="314"/>
                      <a:pt x="90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7" name="Google Shape;983;p41"/>
              <p:cNvSpPr/>
              <p:nvPr/>
            </p:nvSpPr>
            <p:spPr>
              <a:xfrm>
                <a:off x="1039555" y="423525"/>
                <a:ext cx="59996" cy="6012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86" extrusionOk="0">
                    <a:moveTo>
                      <a:pt x="243" y="81"/>
                    </a:moveTo>
                    <a:cubicBezTo>
                      <a:pt x="332" y="81"/>
                      <a:pt x="404" y="154"/>
                      <a:pt x="404" y="244"/>
                    </a:cubicBezTo>
                    <a:cubicBezTo>
                      <a:pt x="404" y="333"/>
                      <a:pt x="332" y="405"/>
                      <a:pt x="243" y="405"/>
                    </a:cubicBezTo>
                    <a:cubicBezTo>
                      <a:pt x="153" y="405"/>
                      <a:pt x="80" y="333"/>
                      <a:pt x="80" y="244"/>
                    </a:cubicBezTo>
                    <a:cubicBezTo>
                      <a:pt x="80" y="154"/>
                      <a:pt x="153" y="81"/>
                      <a:pt x="243" y="81"/>
                    </a:cubicBezTo>
                    <a:close/>
                    <a:moveTo>
                      <a:pt x="243" y="1"/>
                    </a:moveTo>
                    <a:cubicBezTo>
                      <a:pt x="109" y="1"/>
                      <a:pt x="1" y="110"/>
                      <a:pt x="1" y="244"/>
                    </a:cubicBezTo>
                    <a:cubicBezTo>
                      <a:pt x="1" y="376"/>
                      <a:pt x="109" y="486"/>
                      <a:pt x="243" y="486"/>
                    </a:cubicBezTo>
                    <a:cubicBezTo>
                      <a:pt x="376" y="486"/>
                      <a:pt x="484" y="376"/>
                      <a:pt x="484" y="244"/>
                    </a:cubicBezTo>
                    <a:cubicBezTo>
                      <a:pt x="484" y="110"/>
                      <a:pt x="376" y="1"/>
                      <a:pt x="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8" name="Google Shape;984;p41"/>
              <p:cNvSpPr/>
              <p:nvPr/>
            </p:nvSpPr>
            <p:spPr>
              <a:xfrm>
                <a:off x="1142600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1" y="91"/>
                      <a:pt x="1" y="203"/>
                    </a:cubicBezTo>
                    <a:cubicBezTo>
                      <a:pt x="1" y="314"/>
                      <a:pt x="91" y="404"/>
                      <a:pt x="202" y="404"/>
                    </a:cubicBezTo>
                    <a:cubicBezTo>
                      <a:pt x="314" y="404"/>
                      <a:pt x="405" y="314"/>
                      <a:pt x="405" y="203"/>
                    </a:cubicBezTo>
                    <a:cubicBezTo>
                      <a:pt x="405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9" name="Google Shape;985;p41"/>
              <p:cNvSpPr/>
              <p:nvPr/>
            </p:nvSpPr>
            <p:spPr>
              <a:xfrm>
                <a:off x="1240697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3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3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0" name="Google Shape;986;p41"/>
              <p:cNvSpPr/>
              <p:nvPr/>
            </p:nvSpPr>
            <p:spPr>
              <a:xfrm>
                <a:off x="1338918" y="428597"/>
                <a:ext cx="50100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21" name="Google Shape;987;p41"/>
              <p:cNvSpPr/>
              <p:nvPr/>
            </p:nvSpPr>
            <p:spPr>
              <a:xfrm>
                <a:off x="1436891" y="428597"/>
                <a:ext cx="50223" cy="5010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405" extrusionOk="0">
                    <a:moveTo>
                      <a:pt x="204" y="0"/>
                    </a:moveTo>
                    <a:cubicBezTo>
                      <a:pt x="92" y="0"/>
                      <a:pt x="1" y="91"/>
                      <a:pt x="1" y="203"/>
                    </a:cubicBezTo>
                    <a:cubicBezTo>
                      <a:pt x="1" y="314"/>
                      <a:pt x="92" y="404"/>
                      <a:pt x="204" y="404"/>
                    </a:cubicBezTo>
                    <a:cubicBezTo>
                      <a:pt x="315" y="404"/>
                      <a:pt x="405" y="314"/>
                      <a:pt x="405" y="203"/>
                    </a:cubicBezTo>
                    <a:cubicBezTo>
                      <a:pt x="405" y="91"/>
                      <a:pt x="315" y="0"/>
                      <a:pt x="2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988;p41"/>
            <p:cNvGrpSpPr/>
            <p:nvPr/>
          </p:nvGrpSpPr>
          <p:grpSpPr>
            <a:xfrm>
              <a:off x="274657" y="664575"/>
              <a:ext cx="5962103" cy="564816"/>
              <a:chOff x="205993" y="498431"/>
              <a:chExt cx="4471577" cy="423612"/>
            </a:xfrm>
          </p:grpSpPr>
          <p:sp>
            <p:nvSpPr>
              <p:cNvPr id="14" name="Google Shape;989;p41"/>
              <p:cNvSpPr/>
              <p:nvPr/>
            </p:nvSpPr>
            <p:spPr>
              <a:xfrm>
                <a:off x="205993" y="539498"/>
                <a:ext cx="4439181" cy="382545"/>
              </a:xfrm>
              <a:custGeom>
                <a:avLst/>
                <a:gdLst/>
                <a:ahLst/>
                <a:cxnLst/>
                <a:rect l="l" t="t" r="r" b="b"/>
                <a:pathLst>
                  <a:path w="26820" h="2124" extrusionOk="0">
                    <a:moveTo>
                      <a:pt x="26762" y="1"/>
                    </a:moveTo>
                    <a:lnTo>
                      <a:pt x="24720" y="2043"/>
                    </a:lnTo>
                    <a:lnTo>
                      <a:pt x="0" y="2043"/>
                    </a:lnTo>
                    <a:lnTo>
                      <a:pt x="0" y="2123"/>
                    </a:lnTo>
                    <a:lnTo>
                      <a:pt x="24753" y="2123"/>
                    </a:lnTo>
                    <a:lnTo>
                      <a:pt x="26819" y="58"/>
                    </a:lnTo>
                    <a:lnTo>
                      <a:pt x="267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5" name="Google Shape;990;p41"/>
              <p:cNvSpPr/>
              <p:nvPr/>
            </p:nvSpPr>
            <p:spPr>
              <a:xfrm>
                <a:off x="4595447" y="498431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991;p41"/>
            <p:cNvGrpSpPr/>
            <p:nvPr/>
          </p:nvGrpSpPr>
          <p:grpSpPr>
            <a:xfrm>
              <a:off x="274657" y="1014476"/>
              <a:ext cx="6691870" cy="482394"/>
              <a:chOff x="205993" y="760856"/>
              <a:chExt cx="5018902" cy="361795"/>
            </a:xfrm>
          </p:grpSpPr>
          <p:sp>
            <p:nvSpPr>
              <p:cNvPr id="12" name="Google Shape;992;p41"/>
              <p:cNvSpPr/>
              <p:nvPr/>
            </p:nvSpPr>
            <p:spPr>
              <a:xfrm>
                <a:off x="205993" y="795812"/>
                <a:ext cx="4969644" cy="326839"/>
              </a:xfrm>
              <a:custGeom>
                <a:avLst/>
                <a:gdLst/>
                <a:ahLst/>
                <a:cxnLst/>
                <a:rect l="l" t="t" r="r" b="b"/>
                <a:pathLst>
                  <a:path w="28802" h="1639" extrusionOk="0">
                    <a:moveTo>
                      <a:pt x="26073" y="0"/>
                    </a:moveTo>
                    <a:lnTo>
                      <a:pt x="24516" y="1558"/>
                    </a:lnTo>
                    <a:lnTo>
                      <a:pt x="1" y="1558"/>
                    </a:lnTo>
                    <a:lnTo>
                      <a:pt x="1" y="1638"/>
                    </a:lnTo>
                    <a:lnTo>
                      <a:pt x="24549" y="1638"/>
                    </a:lnTo>
                    <a:lnTo>
                      <a:pt x="26107" y="81"/>
                    </a:lnTo>
                    <a:lnTo>
                      <a:pt x="28802" y="81"/>
                    </a:lnTo>
                    <a:lnTo>
                      <a:pt x="288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3" name="Google Shape;993;p41"/>
              <p:cNvSpPr/>
              <p:nvPr/>
            </p:nvSpPr>
            <p:spPr>
              <a:xfrm>
                <a:off x="5142772" y="760856"/>
                <a:ext cx="82123" cy="82125"/>
              </a:xfrm>
              <a:custGeom>
                <a:avLst/>
                <a:gdLst/>
                <a:ahLst/>
                <a:cxnLst/>
                <a:rect l="l" t="t" r="r" b="b"/>
                <a:pathLst>
                  <a:path w="405" h="405" extrusionOk="0">
                    <a:moveTo>
                      <a:pt x="202" y="0"/>
                    </a:moveTo>
                    <a:cubicBezTo>
                      <a:pt x="91" y="0"/>
                      <a:pt x="0" y="91"/>
                      <a:pt x="0" y="203"/>
                    </a:cubicBezTo>
                    <a:cubicBezTo>
                      <a:pt x="0" y="314"/>
                      <a:pt x="91" y="404"/>
                      <a:pt x="202" y="404"/>
                    </a:cubicBezTo>
                    <a:cubicBezTo>
                      <a:pt x="314" y="404"/>
                      <a:pt x="404" y="314"/>
                      <a:pt x="404" y="203"/>
                    </a:cubicBezTo>
                    <a:cubicBezTo>
                      <a:pt x="404" y="91"/>
                      <a:pt x="314" y="0"/>
                      <a:pt x="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62533" tIns="162533" rIns="162533" bIns="162533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2489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47" name="矩形 46"/>
          <p:cNvSpPr/>
          <p:nvPr userDrawn="1"/>
        </p:nvSpPr>
        <p:spPr>
          <a:xfrm flipV="1">
            <a:off x="1" y="1046966"/>
            <a:ext cx="12192000" cy="389811"/>
          </a:xfrm>
          <a:prstGeom prst="rect">
            <a:avLst/>
          </a:prstGeom>
          <a:gradFill flip="none" rotWithShape="1">
            <a:gsLst>
              <a:gs pos="32000">
                <a:schemeClr val="accent1">
                  <a:lumMod val="0"/>
                  <a:lumOff val="100000"/>
                  <a:alpha val="0"/>
                </a:schemeClr>
              </a:gs>
              <a:gs pos="100000">
                <a:schemeClr val="accent1">
                  <a:lumMod val="38000"/>
                  <a:lumOff val="62000"/>
                  <a:alpha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1" name="內容版面配置區 50"/>
          <p:cNvSpPr>
            <a:spLocks noGrp="1"/>
          </p:cNvSpPr>
          <p:nvPr>
            <p:ph sz="quarter" idx="13"/>
          </p:nvPr>
        </p:nvSpPr>
        <p:spPr>
          <a:xfrm>
            <a:off x="838200" y="807831"/>
            <a:ext cx="5276850" cy="3048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Franklin Gothic Demi" panose="020B0703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3" name="文字版面配置區 52"/>
          <p:cNvSpPr>
            <a:spLocks noGrp="1"/>
          </p:cNvSpPr>
          <p:nvPr>
            <p:ph type="body" sz="quarter" idx="14" hasCustomPrompt="1"/>
          </p:nvPr>
        </p:nvSpPr>
        <p:spPr>
          <a:xfrm>
            <a:off x="1736111" y="3611836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  <p:grpSp>
        <p:nvGrpSpPr>
          <p:cNvPr id="31" name="群組 30"/>
          <p:cNvGrpSpPr/>
          <p:nvPr userDrawn="1"/>
        </p:nvGrpSpPr>
        <p:grpSpPr>
          <a:xfrm>
            <a:off x="1445885" y="1831713"/>
            <a:ext cx="8759164" cy="3690401"/>
            <a:chOff x="2567319" y="2353571"/>
            <a:chExt cx="6683557" cy="2815908"/>
          </a:xfrm>
        </p:grpSpPr>
        <p:sp>
          <p:nvSpPr>
            <p:cNvPr id="32" name="Google Shape;1105;p46"/>
            <p:cNvSpPr/>
            <p:nvPr/>
          </p:nvSpPr>
          <p:spPr>
            <a:xfrm>
              <a:off x="2567319" y="3110103"/>
              <a:ext cx="1588819" cy="1376040"/>
            </a:xfrm>
            <a:custGeom>
              <a:avLst/>
              <a:gdLst/>
              <a:ahLst/>
              <a:cxnLst/>
              <a:rect l="l" t="t" r="r" b="b"/>
              <a:pathLst>
                <a:path w="22640" h="19608" extrusionOk="0">
                  <a:moveTo>
                    <a:pt x="5660" y="1"/>
                  </a:moveTo>
                  <a:lnTo>
                    <a:pt x="0" y="9804"/>
                  </a:lnTo>
                  <a:lnTo>
                    <a:pt x="5660" y="19608"/>
                  </a:lnTo>
                  <a:lnTo>
                    <a:pt x="16980" y="19608"/>
                  </a:lnTo>
                  <a:lnTo>
                    <a:pt x="22639" y="9804"/>
                  </a:lnTo>
                  <a:lnTo>
                    <a:pt x="16980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08;p46"/>
            <p:cNvSpPr/>
            <p:nvPr/>
          </p:nvSpPr>
          <p:spPr>
            <a:xfrm>
              <a:off x="3830126" y="2353571"/>
              <a:ext cx="1588819" cy="1376040"/>
            </a:xfrm>
            <a:custGeom>
              <a:avLst/>
              <a:gdLst/>
              <a:ahLst/>
              <a:cxnLst/>
              <a:rect l="l" t="t" r="r" b="b"/>
              <a:pathLst>
                <a:path w="22640" h="19608" extrusionOk="0">
                  <a:moveTo>
                    <a:pt x="5660" y="1"/>
                  </a:moveTo>
                  <a:lnTo>
                    <a:pt x="0" y="9804"/>
                  </a:lnTo>
                  <a:lnTo>
                    <a:pt x="5660" y="19608"/>
                  </a:lnTo>
                  <a:lnTo>
                    <a:pt x="16979" y="19608"/>
                  </a:lnTo>
                  <a:lnTo>
                    <a:pt x="22640" y="9804"/>
                  </a:lnTo>
                  <a:lnTo>
                    <a:pt x="16979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12;p46"/>
            <p:cNvSpPr/>
            <p:nvPr/>
          </p:nvSpPr>
          <p:spPr>
            <a:xfrm>
              <a:off x="5114758" y="3080628"/>
              <a:ext cx="1588889" cy="1375970"/>
            </a:xfrm>
            <a:custGeom>
              <a:avLst/>
              <a:gdLst/>
              <a:ahLst/>
              <a:cxnLst/>
              <a:rect l="l" t="t" r="r" b="b"/>
              <a:pathLst>
                <a:path w="22641" h="19607" extrusionOk="0">
                  <a:moveTo>
                    <a:pt x="5661" y="1"/>
                  </a:moveTo>
                  <a:lnTo>
                    <a:pt x="1" y="9803"/>
                  </a:lnTo>
                  <a:lnTo>
                    <a:pt x="5661" y="19607"/>
                  </a:lnTo>
                  <a:lnTo>
                    <a:pt x="16980" y="19607"/>
                  </a:lnTo>
                  <a:lnTo>
                    <a:pt x="22641" y="9803"/>
                  </a:lnTo>
                  <a:lnTo>
                    <a:pt x="16980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15;p46"/>
            <p:cNvSpPr/>
            <p:nvPr/>
          </p:nvSpPr>
          <p:spPr>
            <a:xfrm>
              <a:off x="6403461" y="3793368"/>
              <a:ext cx="1588819" cy="1376111"/>
            </a:xfrm>
            <a:custGeom>
              <a:avLst/>
              <a:gdLst/>
              <a:ahLst/>
              <a:cxnLst/>
              <a:rect l="l" t="t" r="r" b="b"/>
              <a:pathLst>
                <a:path w="22640" h="19609" extrusionOk="0">
                  <a:moveTo>
                    <a:pt x="5660" y="1"/>
                  </a:moveTo>
                  <a:lnTo>
                    <a:pt x="0" y="9804"/>
                  </a:lnTo>
                  <a:lnTo>
                    <a:pt x="5660" y="19608"/>
                  </a:lnTo>
                  <a:lnTo>
                    <a:pt x="16980" y="19608"/>
                  </a:lnTo>
                  <a:lnTo>
                    <a:pt x="22640" y="9804"/>
                  </a:lnTo>
                  <a:lnTo>
                    <a:pt x="16980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18;p46"/>
            <p:cNvSpPr/>
            <p:nvPr/>
          </p:nvSpPr>
          <p:spPr>
            <a:xfrm>
              <a:off x="7661987" y="3030309"/>
              <a:ext cx="1588889" cy="1375970"/>
            </a:xfrm>
            <a:custGeom>
              <a:avLst/>
              <a:gdLst/>
              <a:ahLst/>
              <a:cxnLst/>
              <a:rect l="l" t="t" r="r" b="b"/>
              <a:pathLst>
                <a:path w="22641" h="19607" extrusionOk="0">
                  <a:moveTo>
                    <a:pt x="5660" y="1"/>
                  </a:moveTo>
                  <a:lnTo>
                    <a:pt x="1" y="9803"/>
                  </a:lnTo>
                  <a:lnTo>
                    <a:pt x="5660" y="19607"/>
                  </a:lnTo>
                  <a:lnTo>
                    <a:pt x="16981" y="19607"/>
                  </a:lnTo>
                  <a:lnTo>
                    <a:pt x="22640" y="9803"/>
                  </a:lnTo>
                  <a:lnTo>
                    <a:pt x="16981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圖片版面配置區 28"/>
          <p:cNvSpPr>
            <a:spLocks noGrp="1"/>
          </p:cNvSpPr>
          <p:nvPr>
            <p:ph type="pic" sz="quarter" idx="15"/>
          </p:nvPr>
        </p:nvSpPr>
        <p:spPr>
          <a:xfrm>
            <a:off x="6430425" y="1798337"/>
            <a:ext cx="2111295" cy="1791582"/>
          </a:xfrm>
          <a:prstGeom prst="hexagon">
            <a:avLst>
              <a:gd name="adj" fmla="val 29586"/>
              <a:gd name="vf" fmla="val 115470"/>
            </a:avLst>
          </a:prstGeom>
          <a:solidFill>
            <a:srgbClr val="546BC3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圖片版面配置區 28"/>
          <p:cNvSpPr>
            <a:spLocks noGrp="1"/>
          </p:cNvSpPr>
          <p:nvPr>
            <p:ph type="pic" sz="quarter" idx="16"/>
          </p:nvPr>
        </p:nvSpPr>
        <p:spPr>
          <a:xfrm>
            <a:off x="3095619" y="3767352"/>
            <a:ext cx="2111295" cy="1791582"/>
          </a:xfrm>
          <a:prstGeom prst="hexagon">
            <a:avLst>
              <a:gd name="adj" fmla="val 29586"/>
              <a:gd name="vf" fmla="val 115470"/>
            </a:avLst>
          </a:prstGeom>
          <a:solidFill>
            <a:srgbClr val="546BC3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內容版面配置區 2"/>
          <p:cNvSpPr>
            <a:spLocks noGrp="1"/>
          </p:cNvSpPr>
          <p:nvPr>
            <p:ph idx="17" hasCustomPrompt="1"/>
          </p:nvPr>
        </p:nvSpPr>
        <p:spPr>
          <a:xfrm>
            <a:off x="3428411" y="2146091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3" name="文字版面配置區 52"/>
          <p:cNvSpPr>
            <a:spLocks noGrp="1"/>
          </p:cNvSpPr>
          <p:nvPr>
            <p:ph type="body" sz="quarter" idx="18" hasCustomPrompt="1"/>
          </p:nvPr>
        </p:nvSpPr>
        <p:spPr>
          <a:xfrm>
            <a:off x="3428410" y="2548184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4" name="內容版面配置區 2"/>
          <p:cNvSpPr>
            <a:spLocks noGrp="1"/>
          </p:cNvSpPr>
          <p:nvPr>
            <p:ph idx="19" hasCustomPrompt="1"/>
          </p:nvPr>
        </p:nvSpPr>
        <p:spPr>
          <a:xfrm>
            <a:off x="5177852" y="3177696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5" name="文字版面配置區 52"/>
          <p:cNvSpPr>
            <a:spLocks noGrp="1"/>
          </p:cNvSpPr>
          <p:nvPr>
            <p:ph type="body" sz="quarter" idx="20" hasCustomPrompt="1"/>
          </p:nvPr>
        </p:nvSpPr>
        <p:spPr>
          <a:xfrm>
            <a:off x="5177851" y="3579789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6" name="內容版面配置區 2"/>
          <p:cNvSpPr>
            <a:spLocks noGrp="1"/>
          </p:cNvSpPr>
          <p:nvPr>
            <p:ph idx="21" hasCustomPrompt="1"/>
          </p:nvPr>
        </p:nvSpPr>
        <p:spPr>
          <a:xfrm>
            <a:off x="6803040" y="4109676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48" name="文字版面配置區 52"/>
          <p:cNvSpPr>
            <a:spLocks noGrp="1"/>
          </p:cNvSpPr>
          <p:nvPr>
            <p:ph type="body" sz="quarter" idx="22" hasCustomPrompt="1"/>
          </p:nvPr>
        </p:nvSpPr>
        <p:spPr>
          <a:xfrm>
            <a:off x="6803039" y="4511769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  <p:sp>
        <p:nvSpPr>
          <p:cNvPr id="49" name="內容版面配置區 2"/>
          <p:cNvSpPr>
            <a:spLocks noGrp="1"/>
          </p:cNvSpPr>
          <p:nvPr>
            <p:ph idx="23" hasCustomPrompt="1"/>
          </p:nvPr>
        </p:nvSpPr>
        <p:spPr>
          <a:xfrm>
            <a:off x="8537472" y="3113635"/>
            <a:ext cx="1625189" cy="354662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Contents Title</a:t>
            </a:r>
            <a:endParaRPr lang="zh-TW" altLang="en-US" dirty="0"/>
          </a:p>
        </p:txBody>
      </p:sp>
      <p:sp>
        <p:nvSpPr>
          <p:cNvPr id="50" name="文字版面配置區 52"/>
          <p:cNvSpPr>
            <a:spLocks noGrp="1"/>
          </p:cNvSpPr>
          <p:nvPr>
            <p:ph type="body" sz="quarter" idx="24" hasCustomPrompt="1"/>
          </p:nvPr>
        </p:nvSpPr>
        <p:spPr>
          <a:xfrm>
            <a:off x="8537471" y="3515728"/>
            <a:ext cx="1625189" cy="684119"/>
          </a:xfrm>
        </p:spPr>
        <p:txBody>
          <a:bodyPr>
            <a:normAutofit/>
          </a:bodyPr>
          <a:lstStyle>
            <a:lvl1pPr marL="0" indent="0" algn="l">
              <a:buNone/>
              <a:defRPr sz="900"/>
            </a:lvl1pPr>
            <a:lvl2pPr marL="457200" indent="0" algn="l">
              <a:buNone/>
              <a:defRPr sz="16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n-US" altLang="zh-TW" dirty="0"/>
              <a:t>Your Text Here</a:t>
            </a:r>
          </a:p>
          <a:p>
            <a:pPr lvl="0"/>
            <a:r>
              <a:rPr lang="en-US" altLang="zh-TW" dirty="0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802806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457000"/>
            <a:ext cx="10515600" cy="1009201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285736" y="5901890"/>
            <a:ext cx="1000126" cy="365125"/>
          </a:xfrm>
        </p:spPr>
        <p:txBody>
          <a:bodyPr/>
          <a:lstStyle/>
          <a:p>
            <a:fld id="{476F396D-19F8-4AE2-AC31-4E518FC01ADD}" type="datetimeFigureOut">
              <a:rPr lang="zh-TW" altLang="en-US" smtClean="0"/>
              <a:t>2022/9/6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9534524" y="5901890"/>
            <a:ext cx="1057275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782300" y="5901890"/>
            <a:ext cx="981074" cy="365125"/>
          </a:xfrm>
        </p:spPr>
        <p:txBody>
          <a:bodyPr/>
          <a:lstStyle/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38" y="5158596"/>
            <a:ext cx="7152953" cy="128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2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51975"/>
            <a:ext cx="10515600" cy="1009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625630"/>
            <a:ext cx="10515600" cy="4126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59018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F396D-19F8-4AE2-AC31-4E518FC01ADD}" type="datetimeFigureOut">
              <a:rPr lang="zh-TW" altLang="en-US" smtClean="0"/>
              <a:t>2022/9/6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59018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59018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497C0-C50B-4794-B33A-3F23169801D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6675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3" r:id="rId4"/>
    <p:sldLayoutId id="2147483651" r:id="rId5"/>
    <p:sldLayoutId id="2147483655" r:id="rId6"/>
    <p:sldLayoutId id="2147483656" r:id="rId7"/>
    <p:sldLayoutId id="214748365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70C0"/>
          </a:solidFill>
          <a:latin typeface="Arial Black" panose="020B0A0402010202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6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TW" sz="12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uto </a:t>
            </a:r>
            <a:r>
              <a:rPr lang="en-US" altLang="zh-TW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TW" sz="1200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TW" sz="1200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altLang="zh-TW" sz="12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HT-9xxx Series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RD5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TW" dirty="0"/>
              <a:t>Steven Chou</a:t>
            </a:r>
            <a:endParaRPr lang="zh-TW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>
          <a:xfrm>
            <a:off x="9991287" y="5552092"/>
            <a:ext cx="1867337" cy="62963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2017.01.26</a:t>
            </a:r>
          </a:p>
          <a:p>
            <a:r>
              <a:rPr lang="en-US" altLang="zh-TW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Rework @ 2022.05.13</a:t>
            </a:r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6">
            <a:extLst>
              <a:ext uri="{FF2B5EF4-FFF2-40B4-BE49-F238E27FC236}">
                <a16:creationId xmlns:a16="http://schemas.microsoft.com/office/drawing/2014/main" id="{CDDDB0E5-C9C9-44D8-BEB8-16A6CA8920CA}"/>
              </a:ext>
            </a:extLst>
          </p:cNvPr>
          <p:cNvGrpSpPr/>
          <p:nvPr/>
        </p:nvGrpSpPr>
        <p:grpSpPr>
          <a:xfrm>
            <a:off x="1314484" y="604332"/>
            <a:ext cx="958096" cy="958096"/>
            <a:chOff x="4753009" y="790578"/>
            <a:chExt cx="958096" cy="958096"/>
          </a:xfrm>
        </p:grpSpPr>
        <p:sp>
          <p:nvSpPr>
            <p:cNvPr id="5" name="TextBox 22">
              <a:extLst>
                <a:ext uri="{FF2B5EF4-FFF2-40B4-BE49-F238E27FC236}">
                  <a16:creationId xmlns:a16="http://schemas.microsoft.com/office/drawing/2014/main" id="{A1331986-E857-4609-B617-F76377A73F02}"/>
                </a:ext>
              </a:extLst>
            </p:cNvPr>
            <p:cNvSpPr txBox="1"/>
            <p:nvPr/>
          </p:nvSpPr>
          <p:spPr>
            <a:xfrm>
              <a:off x="4753009" y="1008016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" name="Freeform: Shape 44">
              <a:extLst>
                <a:ext uri="{FF2B5EF4-FFF2-40B4-BE49-F238E27FC236}">
                  <a16:creationId xmlns:a16="http://schemas.microsoft.com/office/drawing/2014/main" id="{AD1B7BFE-C7D7-4846-B6EF-E78809137F86}"/>
                </a:ext>
              </a:extLst>
            </p:cNvPr>
            <p:cNvSpPr/>
            <p:nvPr/>
          </p:nvSpPr>
          <p:spPr>
            <a:xfrm>
              <a:off x="4753009" y="790578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AB7350D3-4353-45F7-BF03-021199F2298D}"/>
              </a:ext>
            </a:extLst>
          </p:cNvPr>
          <p:cNvGrpSpPr/>
          <p:nvPr/>
        </p:nvGrpSpPr>
        <p:grpSpPr>
          <a:xfrm>
            <a:off x="1314484" y="1885038"/>
            <a:ext cx="958096" cy="958096"/>
            <a:chOff x="5276743" y="2230161"/>
            <a:chExt cx="958096" cy="958096"/>
          </a:xfrm>
        </p:grpSpPr>
        <p:sp>
          <p:nvSpPr>
            <p:cNvPr id="8" name="TextBox 26">
              <a:extLst>
                <a:ext uri="{FF2B5EF4-FFF2-40B4-BE49-F238E27FC236}">
                  <a16:creationId xmlns:a16="http://schemas.microsoft.com/office/drawing/2014/main" id="{2FA08F88-D243-4550-8E31-B93DA73D17CE}"/>
                </a:ext>
              </a:extLst>
            </p:cNvPr>
            <p:cNvSpPr txBox="1"/>
            <p:nvPr/>
          </p:nvSpPr>
          <p:spPr>
            <a:xfrm>
              <a:off x="5276743" y="2447599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" name="Freeform: Shape 45">
              <a:extLst>
                <a:ext uri="{FF2B5EF4-FFF2-40B4-BE49-F238E27FC236}">
                  <a16:creationId xmlns:a16="http://schemas.microsoft.com/office/drawing/2014/main" id="{29B487FA-C5D3-415D-9C56-BE12457EB2F4}"/>
                </a:ext>
              </a:extLst>
            </p:cNvPr>
            <p:cNvSpPr/>
            <p:nvPr/>
          </p:nvSpPr>
          <p:spPr>
            <a:xfrm>
              <a:off x="5276743" y="2230161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0" name="文字版面配置區 52"/>
          <p:cNvSpPr txBox="1">
            <a:spLocks/>
          </p:cNvSpPr>
          <p:nvPr/>
        </p:nvSpPr>
        <p:spPr>
          <a:xfrm>
            <a:off x="2420858" y="1040891"/>
            <a:ext cx="6352206" cy="41495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/>
          </a:p>
        </p:txBody>
      </p:sp>
      <p:sp>
        <p:nvSpPr>
          <p:cNvPr id="11" name="內容版面配置區 2"/>
          <p:cNvSpPr>
            <a:spLocks noGrp="1"/>
          </p:cNvSpPr>
          <p:nvPr>
            <p:ph idx="1"/>
          </p:nvPr>
        </p:nvSpPr>
        <p:spPr>
          <a:xfrm>
            <a:off x="2420858" y="632661"/>
            <a:ext cx="4760992" cy="36509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en-US" altLang="zh-TW" dirty="0"/>
              <a:t>Introduce of ART</a:t>
            </a:r>
            <a:endParaRPr lang="zh-TW" altLang="en-US" dirty="0"/>
          </a:p>
        </p:txBody>
      </p:sp>
      <p:sp>
        <p:nvSpPr>
          <p:cNvPr id="12" name="文字版面配置區 52"/>
          <p:cNvSpPr txBox="1">
            <a:spLocks/>
          </p:cNvSpPr>
          <p:nvPr/>
        </p:nvSpPr>
        <p:spPr>
          <a:xfrm>
            <a:off x="2420858" y="2293267"/>
            <a:ext cx="6352206" cy="57732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Tray Arm</a:t>
            </a:r>
          </a:p>
          <a:p>
            <a:r>
              <a:rPr lang="en-US" altLang="zh-TW" dirty="0"/>
              <a:t>Conveyor Track</a:t>
            </a:r>
          </a:p>
        </p:txBody>
      </p:sp>
      <p:sp>
        <p:nvSpPr>
          <p:cNvPr id="13" name="內容版面配置區 2"/>
          <p:cNvSpPr txBox="1">
            <a:spLocks/>
          </p:cNvSpPr>
          <p:nvPr/>
        </p:nvSpPr>
        <p:spPr>
          <a:xfrm>
            <a:off x="2420858" y="1885038"/>
            <a:ext cx="4360942" cy="3650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Hardware Modification</a:t>
            </a:r>
            <a:endParaRPr lang="zh-TW" altLang="en-US" dirty="0"/>
          </a:p>
        </p:txBody>
      </p:sp>
      <p:grpSp>
        <p:nvGrpSpPr>
          <p:cNvPr id="14" name="Group 55">
            <a:extLst>
              <a:ext uri="{FF2B5EF4-FFF2-40B4-BE49-F238E27FC236}">
                <a16:creationId xmlns:a16="http://schemas.microsoft.com/office/drawing/2014/main" id="{AB7350D3-4353-45F7-BF03-021199F2298D}"/>
              </a:ext>
            </a:extLst>
          </p:cNvPr>
          <p:cNvGrpSpPr/>
          <p:nvPr/>
        </p:nvGrpSpPr>
        <p:grpSpPr>
          <a:xfrm>
            <a:off x="1314484" y="4377561"/>
            <a:ext cx="958096" cy="958096"/>
            <a:chOff x="5276743" y="2230161"/>
            <a:chExt cx="958096" cy="958096"/>
          </a:xfrm>
        </p:grpSpPr>
        <p:sp>
          <p:nvSpPr>
            <p:cNvPr id="15" name="TextBox 26">
              <a:extLst>
                <a:ext uri="{FF2B5EF4-FFF2-40B4-BE49-F238E27FC236}">
                  <a16:creationId xmlns:a16="http://schemas.microsoft.com/office/drawing/2014/main" id="{2FA08F88-D243-4550-8E31-B93DA73D17CE}"/>
                </a:ext>
              </a:extLst>
            </p:cNvPr>
            <p:cNvSpPr txBox="1"/>
            <p:nvPr/>
          </p:nvSpPr>
          <p:spPr>
            <a:xfrm>
              <a:off x="5276743" y="2447599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</a:t>
              </a:r>
              <a:r>
                <a:rPr lang="en-US" altLang="zh-TW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4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Freeform: Shape 45">
              <a:extLst>
                <a:ext uri="{FF2B5EF4-FFF2-40B4-BE49-F238E27FC236}">
                  <a16:creationId xmlns:a16="http://schemas.microsoft.com/office/drawing/2014/main" id="{29B487FA-C5D3-415D-9C56-BE12457EB2F4}"/>
                </a:ext>
              </a:extLst>
            </p:cNvPr>
            <p:cNvSpPr/>
            <p:nvPr/>
          </p:nvSpPr>
          <p:spPr>
            <a:xfrm>
              <a:off x="5276743" y="2230161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7" name="文字版面配置區 52"/>
          <p:cNvSpPr txBox="1">
            <a:spLocks/>
          </p:cNvSpPr>
          <p:nvPr/>
        </p:nvSpPr>
        <p:spPr>
          <a:xfrm>
            <a:off x="2420858" y="4785791"/>
            <a:ext cx="6352206" cy="76728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GS32 Bin Test Mode</a:t>
            </a:r>
          </a:p>
          <a:p>
            <a:r>
              <a:rPr lang="en-US" altLang="zh-TW" dirty="0"/>
              <a:t>ART Test Command and Flow </a:t>
            </a:r>
          </a:p>
        </p:txBody>
      </p:sp>
      <p:sp>
        <p:nvSpPr>
          <p:cNvPr id="18" name="內容版面配置區 2"/>
          <p:cNvSpPr txBox="1">
            <a:spLocks/>
          </p:cNvSpPr>
          <p:nvPr/>
        </p:nvSpPr>
        <p:spPr>
          <a:xfrm>
            <a:off x="2420858" y="4377561"/>
            <a:ext cx="4008517" cy="3650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grpSp>
        <p:nvGrpSpPr>
          <p:cNvPr id="19" name="Group 56">
            <a:extLst>
              <a:ext uri="{FF2B5EF4-FFF2-40B4-BE49-F238E27FC236}">
                <a16:creationId xmlns:a16="http://schemas.microsoft.com/office/drawing/2014/main" id="{CDDDB0E5-C9C9-44D8-BEB8-16A6CA8920CA}"/>
              </a:ext>
            </a:extLst>
          </p:cNvPr>
          <p:cNvGrpSpPr/>
          <p:nvPr/>
        </p:nvGrpSpPr>
        <p:grpSpPr>
          <a:xfrm>
            <a:off x="1314484" y="3184158"/>
            <a:ext cx="958096" cy="958096"/>
            <a:chOff x="4753009" y="790578"/>
            <a:chExt cx="958096" cy="958096"/>
          </a:xfrm>
        </p:grpSpPr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A1331986-E857-4609-B617-F76377A73F02}"/>
                </a:ext>
              </a:extLst>
            </p:cNvPr>
            <p:cNvSpPr txBox="1"/>
            <p:nvPr/>
          </p:nvSpPr>
          <p:spPr>
            <a:xfrm>
              <a:off x="4753009" y="1008016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0</a:t>
              </a:r>
              <a:r>
                <a:rPr lang="en-US" altLang="zh-TW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3</a:t>
              </a:r>
              <a:endParaRPr lang="ko-KR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Freeform: Shape 44">
              <a:extLst>
                <a:ext uri="{FF2B5EF4-FFF2-40B4-BE49-F238E27FC236}">
                  <a16:creationId xmlns:a16="http://schemas.microsoft.com/office/drawing/2014/main" id="{AD1B7BFE-C7D7-4846-B6EF-E78809137F86}"/>
                </a:ext>
              </a:extLst>
            </p:cNvPr>
            <p:cNvSpPr/>
            <p:nvPr/>
          </p:nvSpPr>
          <p:spPr>
            <a:xfrm>
              <a:off x="4753009" y="790578"/>
              <a:ext cx="958096" cy="958096"/>
            </a:xfrm>
            <a:custGeom>
              <a:avLst/>
              <a:gdLst>
                <a:gd name="connsiteX0" fmla="*/ 591326 w 1182653"/>
                <a:gd name="connsiteY0" fmla="*/ 99202 h 1182653"/>
                <a:gd name="connsiteX1" fmla="*/ 542935 w 1182653"/>
                <a:gd name="connsiteY1" fmla="*/ 119164 h 1182653"/>
                <a:gd name="connsiteX2" fmla="*/ 119164 w 1182653"/>
                <a:gd name="connsiteY2" fmla="*/ 542935 h 1182653"/>
                <a:gd name="connsiteX3" fmla="*/ 119164 w 1182653"/>
                <a:gd name="connsiteY3" fmla="*/ 639718 h 1182653"/>
                <a:gd name="connsiteX4" fmla="*/ 542935 w 1182653"/>
                <a:gd name="connsiteY4" fmla="*/ 1063489 h 1182653"/>
                <a:gd name="connsiteX5" fmla="*/ 639718 w 1182653"/>
                <a:gd name="connsiteY5" fmla="*/ 1063489 h 1182653"/>
                <a:gd name="connsiteX6" fmla="*/ 1063489 w 1182653"/>
                <a:gd name="connsiteY6" fmla="*/ 639718 h 1182653"/>
                <a:gd name="connsiteX7" fmla="*/ 1063489 w 1182653"/>
                <a:gd name="connsiteY7" fmla="*/ 542935 h 1182653"/>
                <a:gd name="connsiteX8" fmla="*/ 639718 w 1182653"/>
                <a:gd name="connsiteY8" fmla="*/ 119164 h 1182653"/>
                <a:gd name="connsiteX9" fmla="*/ 591326 w 1182653"/>
                <a:gd name="connsiteY9" fmla="*/ 99202 h 1182653"/>
                <a:gd name="connsiteX10" fmla="*/ 591327 w 1182653"/>
                <a:gd name="connsiteY10" fmla="*/ 0 h 1182653"/>
                <a:gd name="connsiteX11" fmla="*/ 654581 w 1182653"/>
                <a:gd name="connsiteY11" fmla="*/ 26183 h 1182653"/>
                <a:gd name="connsiteX12" fmla="*/ 1156470 w 1182653"/>
                <a:gd name="connsiteY12" fmla="*/ 528072 h 1182653"/>
                <a:gd name="connsiteX13" fmla="*/ 1156470 w 1182653"/>
                <a:gd name="connsiteY13" fmla="*/ 654581 h 1182653"/>
                <a:gd name="connsiteX14" fmla="*/ 654581 w 1182653"/>
                <a:gd name="connsiteY14" fmla="*/ 1156470 h 1182653"/>
                <a:gd name="connsiteX15" fmla="*/ 528072 w 1182653"/>
                <a:gd name="connsiteY15" fmla="*/ 1156470 h 1182653"/>
                <a:gd name="connsiteX16" fmla="*/ 26184 w 1182653"/>
                <a:gd name="connsiteY16" fmla="*/ 654581 h 1182653"/>
                <a:gd name="connsiteX17" fmla="*/ 26184 w 1182653"/>
                <a:gd name="connsiteY17" fmla="*/ 528072 h 1182653"/>
                <a:gd name="connsiteX18" fmla="*/ 528072 w 1182653"/>
                <a:gd name="connsiteY18" fmla="*/ 26183 h 1182653"/>
                <a:gd name="connsiteX19" fmla="*/ 591327 w 1182653"/>
                <a:gd name="connsiteY19" fmla="*/ 0 h 118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2653" h="1182653">
                  <a:moveTo>
                    <a:pt x="591326" y="99202"/>
                  </a:moveTo>
                  <a:cubicBezTo>
                    <a:pt x="573784" y="99202"/>
                    <a:pt x="556242" y="105856"/>
                    <a:pt x="542935" y="119164"/>
                  </a:cubicBezTo>
                  <a:lnTo>
                    <a:pt x="119164" y="542935"/>
                  </a:lnTo>
                  <a:cubicBezTo>
                    <a:pt x="92548" y="569550"/>
                    <a:pt x="92548" y="613102"/>
                    <a:pt x="119164" y="639718"/>
                  </a:cubicBezTo>
                  <a:lnTo>
                    <a:pt x="542935" y="1063489"/>
                  </a:lnTo>
                  <a:cubicBezTo>
                    <a:pt x="569550" y="1090104"/>
                    <a:pt x="613102" y="1090104"/>
                    <a:pt x="639718" y="1063489"/>
                  </a:cubicBezTo>
                  <a:lnTo>
                    <a:pt x="1063489" y="639718"/>
                  </a:lnTo>
                  <a:cubicBezTo>
                    <a:pt x="1090450" y="613102"/>
                    <a:pt x="1090450" y="569550"/>
                    <a:pt x="1063489" y="542935"/>
                  </a:cubicBezTo>
                  <a:lnTo>
                    <a:pt x="639718" y="119164"/>
                  </a:lnTo>
                  <a:cubicBezTo>
                    <a:pt x="626410" y="105856"/>
                    <a:pt x="608868" y="99202"/>
                    <a:pt x="591326" y="99202"/>
                  </a:cubicBezTo>
                  <a:close/>
                  <a:moveTo>
                    <a:pt x="591327" y="0"/>
                  </a:moveTo>
                  <a:cubicBezTo>
                    <a:pt x="614226" y="0"/>
                    <a:pt x="637126" y="8728"/>
                    <a:pt x="654581" y="26183"/>
                  </a:cubicBezTo>
                  <a:lnTo>
                    <a:pt x="1156470" y="528072"/>
                  </a:lnTo>
                  <a:cubicBezTo>
                    <a:pt x="1191381" y="562983"/>
                    <a:pt x="1191381" y="619670"/>
                    <a:pt x="1156470" y="654581"/>
                  </a:cubicBezTo>
                  <a:lnTo>
                    <a:pt x="654581" y="1156470"/>
                  </a:lnTo>
                  <a:cubicBezTo>
                    <a:pt x="619670" y="1191381"/>
                    <a:pt x="562983" y="1191381"/>
                    <a:pt x="528072" y="1156470"/>
                  </a:cubicBezTo>
                  <a:lnTo>
                    <a:pt x="26184" y="654581"/>
                  </a:lnTo>
                  <a:cubicBezTo>
                    <a:pt x="-8728" y="619670"/>
                    <a:pt x="-8728" y="562983"/>
                    <a:pt x="26184" y="528072"/>
                  </a:cubicBezTo>
                  <a:lnTo>
                    <a:pt x="528072" y="26183"/>
                  </a:lnTo>
                  <a:cubicBezTo>
                    <a:pt x="545528" y="8728"/>
                    <a:pt x="568427" y="0"/>
                    <a:pt x="59132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2" name="文字版面配置區 52"/>
          <p:cNvSpPr txBox="1">
            <a:spLocks/>
          </p:cNvSpPr>
          <p:nvPr/>
        </p:nvSpPr>
        <p:spPr>
          <a:xfrm>
            <a:off x="2420858" y="3620716"/>
            <a:ext cx="6352206" cy="57732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ART GUI</a:t>
            </a:r>
          </a:p>
          <a:p>
            <a:r>
              <a:rPr lang="en-US" altLang="zh-TW" dirty="0"/>
              <a:t>BIN Setting</a:t>
            </a:r>
          </a:p>
        </p:txBody>
      </p:sp>
      <p:sp>
        <p:nvSpPr>
          <p:cNvPr id="23" name="內容版面配置區 2"/>
          <p:cNvSpPr txBox="1">
            <a:spLocks/>
          </p:cNvSpPr>
          <p:nvPr/>
        </p:nvSpPr>
        <p:spPr>
          <a:xfrm>
            <a:off x="2420858" y="3212487"/>
            <a:ext cx="3922792" cy="3650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3507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-2323"/>
            <a:ext cx="8334375" cy="883172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Introduce of ART</a:t>
            </a:r>
            <a:endParaRPr lang="zh-TW" altLang="en-US" sz="3600" dirty="0"/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A21E09FE-1CEA-4793-B53C-DABD6FAFE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723991"/>
              </p:ext>
            </p:extLst>
          </p:nvPr>
        </p:nvGraphicFramePr>
        <p:xfrm>
          <a:off x="838200" y="2518519"/>
          <a:ext cx="4914900" cy="119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內容版面配置區 7">
            <a:extLst>
              <a:ext uri="{FF2B5EF4-FFF2-40B4-BE49-F238E27FC236}">
                <a16:creationId xmlns:a16="http://schemas.microsoft.com/office/drawing/2014/main" id="{DD5A22DC-F955-4A38-9AC6-47BE5EA1C3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9302364"/>
              </p:ext>
            </p:extLst>
          </p:nvPr>
        </p:nvGraphicFramePr>
        <p:xfrm>
          <a:off x="6600825" y="2518519"/>
          <a:ext cx="4914900" cy="119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8B749397-3CA1-4C1D-A82E-41AC8A2F19C2}"/>
              </a:ext>
            </a:extLst>
          </p:cNvPr>
          <p:cNvSpPr/>
          <p:nvPr/>
        </p:nvSpPr>
        <p:spPr>
          <a:xfrm>
            <a:off x="5848350" y="2789982"/>
            <a:ext cx="685800" cy="676275"/>
          </a:xfrm>
          <a:prstGeom prst="rightArrow">
            <a:avLst/>
          </a:prstGeom>
          <a:solidFill>
            <a:srgbClr val="546BC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圖說文字: 直線 11">
            <a:extLst>
              <a:ext uri="{FF2B5EF4-FFF2-40B4-BE49-F238E27FC236}">
                <a16:creationId xmlns:a16="http://schemas.microsoft.com/office/drawing/2014/main" id="{515D690B-0929-43AB-95F5-50A5BE324867}"/>
              </a:ext>
            </a:extLst>
          </p:cNvPr>
          <p:cNvSpPr/>
          <p:nvPr/>
        </p:nvSpPr>
        <p:spPr>
          <a:xfrm>
            <a:off x="6600824" y="1226087"/>
            <a:ext cx="4914901" cy="861219"/>
          </a:xfrm>
          <a:prstGeom prst="borderCallout1">
            <a:avLst>
              <a:gd name="adj1" fmla="val 25747"/>
              <a:gd name="adj2" fmla="val -1066"/>
              <a:gd name="adj3" fmla="val 112233"/>
              <a:gd name="adj4" fmla="val -10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Originally, operator doing RT lot in and print summary manually.</a:t>
            </a:r>
          </a:p>
        </p:txBody>
      </p:sp>
      <p:sp>
        <p:nvSpPr>
          <p:cNvPr id="13" name="圖說文字: 直線 12">
            <a:extLst>
              <a:ext uri="{FF2B5EF4-FFF2-40B4-BE49-F238E27FC236}">
                <a16:creationId xmlns:a16="http://schemas.microsoft.com/office/drawing/2014/main" id="{D400D4B1-4A4D-418F-89B2-95D4B7487527}"/>
              </a:ext>
            </a:extLst>
          </p:cNvPr>
          <p:cNvSpPr/>
          <p:nvPr/>
        </p:nvSpPr>
        <p:spPr>
          <a:xfrm>
            <a:off x="838200" y="4756602"/>
            <a:ext cx="4914900" cy="1054224"/>
          </a:xfrm>
          <a:prstGeom prst="borderCallout1">
            <a:avLst>
              <a:gd name="adj1" fmla="val 17870"/>
              <a:gd name="adj2" fmla="val 108529"/>
              <a:gd name="adj3" fmla="val 71338"/>
              <a:gd name="adj4" fmla="val 1015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In ART function, handler swap the test mode and tell tester to print summary AUTOMATICALLY.</a:t>
            </a:r>
          </a:p>
        </p:txBody>
      </p:sp>
      <p:grpSp>
        <p:nvGrpSpPr>
          <p:cNvPr id="14" name="Google Shape;11374;p80">
            <a:extLst>
              <a:ext uri="{FF2B5EF4-FFF2-40B4-BE49-F238E27FC236}">
                <a16:creationId xmlns:a16="http://schemas.microsoft.com/office/drawing/2014/main" id="{A9CEBEFF-BE5B-492D-8CC5-3906C93D1561}"/>
              </a:ext>
            </a:extLst>
          </p:cNvPr>
          <p:cNvGrpSpPr/>
          <p:nvPr/>
        </p:nvGrpSpPr>
        <p:grpSpPr>
          <a:xfrm>
            <a:off x="5855235" y="2277499"/>
            <a:ext cx="481529" cy="482039"/>
            <a:chOff x="7538896" y="1970156"/>
            <a:chExt cx="361147" cy="361529"/>
          </a:xfrm>
          <a:solidFill>
            <a:srgbClr val="546BC3"/>
          </a:solidFill>
        </p:grpSpPr>
        <p:sp>
          <p:nvSpPr>
            <p:cNvPr id="15" name="Google Shape;11375;p80">
              <a:extLst>
                <a:ext uri="{FF2B5EF4-FFF2-40B4-BE49-F238E27FC236}">
                  <a16:creationId xmlns:a16="http://schemas.microsoft.com/office/drawing/2014/main" id="{3EB04094-820D-40FB-B67E-48FF9A01D025}"/>
                </a:ext>
              </a:extLst>
            </p:cNvPr>
            <p:cNvSpPr/>
            <p:nvPr/>
          </p:nvSpPr>
          <p:spPr>
            <a:xfrm>
              <a:off x="7538896" y="1970156"/>
              <a:ext cx="361147" cy="361529"/>
            </a:xfrm>
            <a:custGeom>
              <a:avLst/>
              <a:gdLst/>
              <a:ahLst/>
              <a:cxnLst/>
              <a:rect l="l" t="t" r="r" b="b"/>
              <a:pathLst>
                <a:path w="11347" h="11359" extrusionOk="0">
                  <a:moveTo>
                    <a:pt x="8918" y="584"/>
                  </a:moveTo>
                  <a:lnTo>
                    <a:pt x="9477" y="1155"/>
                  </a:lnTo>
                  <a:lnTo>
                    <a:pt x="9632" y="1298"/>
                  </a:lnTo>
                  <a:lnTo>
                    <a:pt x="10239" y="1905"/>
                  </a:lnTo>
                  <a:lnTo>
                    <a:pt x="10704" y="2370"/>
                  </a:lnTo>
                  <a:lnTo>
                    <a:pt x="8918" y="2370"/>
                  </a:lnTo>
                  <a:lnTo>
                    <a:pt x="8918" y="584"/>
                  </a:lnTo>
                  <a:close/>
                  <a:moveTo>
                    <a:pt x="2631" y="4644"/>
                  </a:moveTo>
                  <a:cubicBezTo>
                    <a:pt x="3322" y="4644"/>
                    <a:pt x="3882" y="5215"/>
                    <a:pt x="3882" y="5894"/>
                  </a:cubicBezTo>
                  <a:lnTo>
                    <a:pt x="3882" y="6192"/>
                  </a:lnTo>
                  <a:lnTo>
                    <a:pt x="3810" y="6192"/>
                  </a:lnTo>
                  <a:cubicBezTo>
                    <a:pt x="3429" y="6108"/>
                    <a:pt x="3310" y="5596"/>
                    <a:pt x="3286" y="5596"/>
                  </a:cubicBezTo>
                  <a:cubicBezTo>
                    <a:pt x="3274" y="5525"/>
                    <a:pt x="3215" y="5477"/>
                    <a:pt x="3155" y="5465"/>
                  </a:cubicBezTo>
                  <a:cubicBezTo>
                    <a:pt x="3143" y="5463"/>
                    <a:pt x="3132" y="5462"/>
                    <a:pt x="3121" y="5462"/>
                  </a:cubicBezTo>
                  <a:cubicBezTo>
                    <a:pt x="3064" y="5462"/>
                    <a:pt x="3016" y="5487"/>
                    <a:pt x="2977" y="5537"/>
                  </a:cubicBezTo>
                  <a:cubicBezTo>
                    <a:pt x="2477" y="6156"/>
                    <a:pt x="1429" y="6156"/>
                    <a:pt x="1417" y="6156"/>
                  </a:cubicBezTo>
                  <a:lnTo>
                    <a:pt x="1298" y="6156"/>
                  </a:lnTo>
                  <a:lnTo>
                    <a:pt x="1286" y="6168"/>
                  </a:lnTo>
                  <a:lnTo>
                    <a:pt x="1262" y="6180"/>
                  </a:lnTo>
                  <a:lnTo>
                    <a:pt x="1262" y="5894"/>
                  </a:lnTo>
                  <a:cubicBezTo>
                    <a:pt x="1262" y="5215"/>
                    <a:pt x="1834" y="4644"/>
                    <a:pt x="2512" y="4644"/>
                  </a:cubicBezTo>
                  <a:close/>
                  <a:moveTo>
                    <a:pt x="1238" y="6644"/>
                  </a:moveTo>
                  <a:lnTo>
                    <a:pt x="1238" y="7192"/>
                  </a:lnTo>
                  <a:cubicBezTo>
                    <a:pt x="1107" y="7180"/>
                    <a:pt x="1000" y="7061"/>
                    <a:pt x="1000" y="6930"/>
                  </a:cubicBezTo>
                  <a:cubicBezTo>
                    <a:pt x="1000" y="6846"/>
                    <a:pt x="1024" y="6775"/>
                    <a:pt x="1084" y="6715"/>
                  </a:cubicBezTo>
                  <a:cubicBezTo>
                    <a:pt x="1143" y="6715"/>
                    <a:pt x="1191" y="6692"/>
                    <a:pt x="1226" y="6644"/>
                  </a:cubicBezTo>
                  <a:close/>
                  <a:moveTo>
                    <a:pt x="3929" y="6656"/>
                  </a:moveTo>
                  <a:cubicBezTo>
                    <a:pt x="3965" y="6680"/>
                    <a:pt x="4001" y="6715"/>
                    <a:pt x="4048" y="6715"/>
                  </a:cubicBezTo>
                  <a:cubicBezTo>
                    <a:pt x="4108" y="6763"/>
                    <a:pt x="4132" y="6835"/>
                    <a:pt x="4132" y="6918"/>
                  </a:cubicBezTo>
                  <a:cubicBezTo>
                    <a:pt x="4155" y="7061"/>
                    <a:pt x="4048" y="7180"/>
                    <a:pt x="3917" y="7192"/>
                  </a:cubicBezTo>
                  <a:lnTo>
                    <a:pt x="3917" y="6656"/>
                  </a:lnTo>
                  <a:close/>
                  <a:moveTo>
                    <a:pt x="3036" y="5942"/>
                  </a:moveTo>
                  <a:cubicBezTo>
                    <a:pt x="3120" y="6132"/>
                    <a:pt x="3286" y="6358"/>
                    <a:pt x="3572" y="6465"/>
                  </a:cubicBezTo>
                  <a:lnTo>
                    <a:pt x="3572" y="7227"/>
                  </a:lnTo>
                  <a:cubicBezTo>
                    <a:pt x="3560" y="7704"/>
                    <a:pt x="3167" y="8085"/>
                    <a:pt x="2691" y="8085"/>
                  </a:cubicBezTo>
                  <a:lnTo>
                    <a:pt x="2477" y="8085"/>
                  </a:lnTo>
                  <a:cubicBezTo>
                    <a:pt x="2000" y="8085"/>
                    <a:pt x="1607" y="7692"/>
                    <a:pt x="1607" y="7227"/>
                  </a:cubicBezTo>
                  <a:lnTo>
                    <a:pt x="1607" y="6501"/>
                  </a:lnTo>
                  <a:cubicBezTo>
                    <a:pt x="1917" y="6477"/>
                    <a:pt x="2572" y="6370"/>
                    <a:pt x="3036" y="5942"/>
                  </a:cubicBezTo>
                  <a:close/>
                  <a:moveTo>
                    <a:pt x="2917" y="8418"/>
                  </a:moveTo>
                  <a:lnTo>
                    <a:pt x="2917" y="8656"/>
                  </a:lnTo>
                  <a:lnTo>
                    <a:pt x="2917" y="8668"/>
                  </a:lnTo>
                  <a:lnTo>
                    <a:pt x="2572" y="9025"/>
                  </a:lnTo>
                  <a:lnTo>
                    <a:pt x="2250" y="8692"/>
                  </a:lnTo>
                  <a:lnTo>
                    <a:pt x="2250" y="8418"/>
                  </a:lnTo>
                  <a:cubicBezTo>
                    <a:pt x="2322" y="8430"/>
                    <a:pt x="2393" y="8430"/>
                    <a:pt x="2477" y="8430"/>
                  </a:cubicBezTo>
                  <a:lnTo>
                    <a:pt x="2691" y="8430"/>
                  </a:lnTo>
                  <a:cubicBezTo>
                    <a:pt x="2774" y="8430"/>
                    <a:pt x="2846" y="8418"/>
                    <a:pt x="2917" y="8418"/>
                  </a:cubicBezTo>
                  <a:close/>
                  <a:moveTo>
                    <a:pt x="8561" y="346"/>
                  </a:moveTo>
                  <a:lnTo>
                    <a:pt x="8561" y="2560"/>
                  </a:lnTo>
                  <a:cubicBezTo>
                    <a:pt x="8561" y="2667"/>
                    <a:pt x="8632" y="2739"/>
                    <a:pt x="8739" y="2739"/>
                  </a:cubicBezTo>
                  <a:lnTo>
                    <a:pt x="10954" y="2739"/>
                  </a:lnTo>
                  <a:lnTo>
                    <a:pt x="10954" y="10954"/>
                  </a:lnTo>
                  <a:lnTo>
                    <a:pt x="5167" y="10954"/>
                  </a:lnTo>
                  <a:lnTo>
                    <a:pt x="5167" y="10263"/>
                  </a:lnTo>
                  <a:cubicBezTo>
                    <a:pt x="5167" y="9454"/>
                    <a:pt x="4608" y="9049"/>
                    <a:pt x="4310" y="8954"/>
                  </a:cubicBezTo>
                  <a:lnTo>
                    <a:pt x="3274" y="8537"/>
                  </a:lnTo>
                  <a:lnTo>
                    <a:pt x="3274" y="8311"/>
                  </a:lnTo>
                  <a:cubicBezTo>
                    <a:pt x="3560" y="8156"/>
                    <a:pt x="3786" y="7894"/>
                    <a:pt x="3870" y="7561"/>
                  </a:cubicBezTo>
                  <a:cubicBezTo>
                    <a:pt x="4215" y="7561"/>
                    <a:pt x="4489" y="7287"/>
                    <a:pt x="4489" y="6930"/>
                  </a:cubicBezTo>
                  <a:cubicBezTo>
                    <a:pt x="4489" y="6715"/>
                    <a:pt x="4394" y="6525"/>
                    <a:pt x="4239" y="6418"/>
                  </a:cubicBezTo>
                  <a:lnTo>
                    <a:pt x="4239" y="5942"/>
                  </a:lnTo>
                  <a:cubicBezTo>
                    <a:pt x="4239" y="5108"/>
                    <a:pt x="3620" y="4429"/>
                    <a:pt x="2810" y="4346"/>
                  </a:cubicBezTo>
                  <a:lnTo>
                    <a:pt x="2810" y="346"/>
                  </a:lnTo>
                  <a:close/>
                  <a:moveTo>
                    <a:pt x="2679" y="0"/>
                  </a:moveTo>
                  <a:cubicBezTo>
                    <a:pt x="2572" y="0"/>
                    <a:pt x="2500" y="72"/>
                    <a:pt x="2500" y="179"/>
                  </a:cubicBezTo>
                  <a:lnTo>
                    <a:pt x="2500" y="4358"/>
                  </a:lnTo>
                  <a:cubicBezTo>
                    <a:pt x="1643" y="4394"/>
                    <a:pt x="953" y="5108"/>
                    <a:pt x="953" y="5965"/>
                  </a:cubicBezTo>
                  <a:lnTo>
                    <a:pt x="953" y="6442"/>
                  </a:lnTo>
                  <a:cubicBezTo>
                    <a:pt x="786" y="6561"/>
                    <a:pt x="691" y="6739"/>
                    <a:pt x="691" y="6954"/>
                  </a:cubicBezTo>
                  <a:cubicBezTo>
                    <a:pt x="691" y="7299"/>
                    <a:pt x="965" y="7597"/>
                    <a:pt x="1322" y="7597"/>
                  </a:cubicBezTo>
                  <a:cubicBezTo>
                    <a:pt x="1417" y="7918"/>
                    <a:pt x="1643" y="8192"/>
                    <a:pt x="1917" y="8335"/>
                  </a:cubicBezTo>
                  <a:lnTo>
                    <a:pt x="1917" y="8561"/>
                  </a:lnTo>
                  <a:lnTo>
                    <a:pt x="845" y="8978"/>
                  </a:lnTo>
                  <a:cubicBezTo>
                    <a:pt x="548" y="9085"/>
                    <a:pt x="0" y="9478"/>
                    <a:pt x="0" y="10287"/>
                  </a:cubicBezTo>
                  <a:lnTo>
                    <a:pt x="0" y="11180"/>
                  </a:lnTo>
                  <a:cubicBezTo>
                    <a:pt x="0" y="11287"/>
                    <a:pt x="72" y="11359"/>
                    <a:pt x="179" y="11359"/>
                  </a:cubicBezTo>
                  <a:lnTo>
                    <a:pt x="965" y="11359"/>
                  </a:lnTo>
                  <a:cubicBezTo>
                    <a:pt x="1072" y="11359"/>
                    <a:pt x="1143" y="11287"/>
                    <a:pt x="1143" y="11180"/>
                  </a:cubicBezTo>
                  <a:cubicBezTo>
                    <a:pt x="1143" y="11073"/>
                    <a:pt x="1072" y="11002"/>
                    <a:pt x="965" y="11002"/>
                  </a:cubicBezTo>
                  <a:lnTo>
                    <a:pt x="357" y="11002"/>
                  </a:lnTo>
                  <a:lnTo>
                    <a:pt x="357" y="10263"/>
                  </a:lnTo>
                  <a:cubicBezTo>
                    <a:pt x="357" y="9513"/>
                    <a:pt x="941" y="9287"/>
                    <a:pt x="965" y="9287"/>
                  </a:cubicBezTo>
                  <a:lnTo>
                    <a:pt x="988" y="9287"/>
                  </a:lnTo>
                  <a:lnTo>
                    <a:pt x="1965" y="8906"/>
                  </a:lnTo>
                  <a:lnTo>
                    <a:pt x="1977" y="8918"/>
                  </a:lnTo>
                  <a:lnTo>
                    <a:pt x="2500" y="9430"/>
                  </a:lnTo>
                  <a:cubicBezTo>
                    <a:pt x="2536" y="9454"/>
                    <a:pt x="2572" y="9466"/>
                    <a:pt x="2619" y="9466"/>
                  </a:cubicBezTo>
                  <a:cubicBezTo>
                    <a:pt x="2667" y="9466"/>
                    <a:pt x="2715" y="9454"/>
                    <a:pt x="2739" y="9406"/>
                  </a:cubicBezTo>
                  <a:lnTo>
                    <a:pt x="3251" y="8894"/>
                  </a:lnTo>
                  <a:lnTo>
                    <a:pt x="4227" y="9275"/>
                  </a:lnTo>
                  <a:lnTo>
                    <a:pt x="4239" y="9275"/>
                  </a:lnTo>
                  <a:cubicBezTo>
                    <a:pt x="4239" y="9275"/>
                    <a:pt x="4858" y="9490"/>
                    <a:pt x="4858" y="10240"/>
                  </a:cubicBezTo>
                  <a:lnTo>
                    <a:pt x="4858" y="10954"/>
                  </a:lnTo>
                  <a:lnTo>
                    <a:pt x="1607" y="10954"/>
                  </a:lnTo>
                  <a:cubicBezTo>
                    <a:pt x="1500" y="10954"/>
                    <a:pt x="1429" y="11037"/>
                    <a:pt x="1429" y="11133"/>
                  </a:cubicBezTo>
                  <a:cubicBezTo>
                    <a:pt x="1429" y="11240"/>
                    <a:pt x="1500" y="11311"/>
                    <a:pt x="1607" y="11311"/>
                  </a:cubicBezTo>
                  <a:lnTo>
                    <a:pt x="11168" y="11311"/>
                  </a:lnTo>
                  <a:cubicBezTo>
                    <a:pt x="11263" y="11311"/>
                    <a:pt x="11347" y="11240"/>
                    <a:pt x="11347" y="11133"/>
                  </a:cubicBezTo>
                  <a:lnTo>
                    <a:pt x="11311" y="2536"/>
                  </a:lnTo>
                  <a:lnTo>
                    <a:pt x="11311" y="2501"/>
                  </a:lnTo>
                  <a:lnTo>
                    <a:pt x="11311" y="2489"/>
                  </a:lnTo>
                  <a:cubicBezTo>
                    <a:pt x="11311" y="2489"/>
                    <a:pt x="11311" y="2477"/>
                    <a:pt x="11299" y="2477"/>
                  </a:cubicBezTo>
                  <a:lnTo>
                    <a:pt x="11287" y="2465"/>
                  </a:lnTo>
                  <a:lnTo>
                    <a:pt x="11263" y="2441"/>
                  </a:lnTo>
                  <a:lnTo>
                    <a:pt x="9882" y="1060"/>
                  </a:lnTo>
                  <a:lnTo>
                    <a:pt x="8870" y="48"/>
                  </a:lnTo>
                  <a:lnTo>
                    <a:pt x="8858" y="36"/>
                  </a:lnTo>
                  <a:lnTo>
                    <a:pt x="8846" y="12"/>
                  </a:lnTo>
                  <a:cubicBezTo>
                    <a:pt x="8846" y="12"/>
                    <a:pt x="8823" y="12"/>
                    <a:pt x="88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" name="Google Shape;11376;p80">
              <a:extLst>
                <a:ext uri="{FF2B5EF4-FFF2-40B4-BE49-F238E27FC236}">
                  <a16:creationId xmlns:a16="http://schemas.microsoft.com/office/drawing/2014/main" id="{096D16DA-0EBC-4949-A48F-C40933C32BFE}"/>
                </a:ext>
              </a:extLst>
            </p:cNvPr>
            <p:cNvSpPr/>
            <p:nvPr/>
          </p:nvSpPr>
          <p:spPr>
            <a:xfrm>
              <a:off x="7685907" y="2066784"/>
              <a:ext cx="101211" cy="11394"/>
            </a:xfrm>
            <a:custGeom>
              <a:avLst/>
              <a:gdLst/>
              <a:ahLst/>
              <a:cxnLst/>
              <a:rect l="l" t="t" r="r" b="b"/>
              <a:pathLst>
                <a:path w="3180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3001" y="358"/>
                  </a:lnTo>
                  <a:cubicBezTo>
                    <a:pt x="3108" y="358"/>
                    <a:pt x="3180" y="286"/>
                    <a:pt x="3180" y="179"/>
                  </a:cubicBezTo>
                  <a:cubicBezTo>
                    <a:pt x="3180" y="84"/>
                    <a:pt x="3108" y="0"/>
                    <a:pt x="3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11377;p80">
              <a:extLst>
                <a:ext uri="{FF2B5EF4-FFF2-40B4-BE49-F238E27FC236}">
                  <a16:creationId xmlns:a16="http://schemas.microsoft.com/office/drawing/2014/main" id="{39D4A643-49B9-4276-B47F-3FC2351AF926}"/>
                </a:ext>
              </a:extLst>
            </p:cNvPr>
            <p:cNvSpPr/>
            <p:nvPr/>
          </p:nvSpPr>
          <p:spPr>
            <a:xfrm>
              <a:off x="7685907" y="2106187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72"/>
                    <a:pt x="4549" y="1"/>
                    <a:pt x="4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11378;p80">
              <a:extLst>
                <a:ext uri="{FF2B5EF4-FFF2-40B4-BE49-F238E27FC236}">
                  <a16:creationId xmlns:a16="http://schemas.microsoft.com/office/drawing/2014/main" id="{4BBD884D-3255-416B-93CE-96E812DE542A}"/>
                </a:ext>
              </a:extLst>
            </p:cNvPr>
            <p:cNvSpPr/>
            <p:nvPr/>
          </p:nvSpPr>
          <p:spPr>
            <a:xfrm>
              <a:off x="7685907" y="2145239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57"/>
                    <a:pt x="179" y="357"/>
                  </a:cubicBezTo>
                  <a:lnTo>
                    <a:pt x="4442" y="357"/>
                  </a:lnTo>
                  <a:cubicBezTo>
                    <a:pt x="4549" y="357"/>
                    <a:pt x="4620" y="274"/>
                    <a:pt x="4620" y="179"/>
                  </a:cubicBezTo>
                  <a:cubicBezTo>
                    <a:pt x="4620" y="83"/>
                    <a:pt x="4537" y="0"/>
                    <a:pt x="4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11379;p80">
              <a:extLst>
                <a:ext uri="{FF2B5EF4-FFF2-40B4-BE49-F238E27FC236}">
                  <a16:creationId xmlns:a16="http://schemas.microsoft.com/office/drawing/2014/main" id="{D5912965-2632-4033-9795-CF49084B0F94}"/>
                </a:ext>
              </a:extLst>
            </p:cNvPr>
            <p:cNvSpPr/>
            <p:nvPr/>
          </p:nvSpPr>
          <p:spPr>
            <a:xfrm>
              <a:off x="7685907" y="218426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0"/>
                    <a:pt x="4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11380;p80">
              <a:extLst>
                <a:ext uri="{FF2B5EF4-FFF2-40B4-BE49-F238E27FC236}">
                  <a16:creationId xmlns:a16="http://schemas.microsoft.com/office/drawing/2014/main" id="{3463829A-E48B-4224-A13D-2A0674A72649}"/>
                </a:ext>
              </a:extLst>
            </p:cNvPr>
            <p:cNvSpPr/>
            <p:nvPr/>
          </p:nvSpPr>
          <p:spPr>
            <a:xfrm>
              <a:off x="7685907" y="222328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1"/>
                    <a:pt x="4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aphicFrame>
        <p:nvGraphicFramePr>
          <p:cNvPr id="22" name="資料庫圖表 21">
            <a:extLst>
              <a:ext uri="{FF2B5EF4-FFF2-40B4-BE49-F238E27FC236}">
                <a16:creationId xmlns:a16="http://schemas.microsoft.com/office/drawing/2014/main" id="{A81CBD29-9DBC-47F6-8502-D22F141A5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5309663"/>
              </p:ext>
            </p:extLst>
          </p:nvPr>
        </p:nvGraphicFramePr>
        <p:xfrm>
          <a:off x="5405142" y="3490198"/>
          <a:ext cx="1427164" cy="1369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7B481452-A106-4F19-9291-D4F497B9D69D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5682" cy="88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0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Hardware </a:t>
            </a:r>
            <a:r>
              <a:rPr lang="en-US" altLang="zh-TW" sz="3600" dirty="0"/>
              <a:t>Modification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1616957" cy="408196"/>
          </a:xfrm>
        </p:spPr>
        <p:txBody>
          <a:bodyPr/>
          <a:lstStyle/>
          <a:p>
            <a:r>
              <a:rPr lang="en-US" altLang="zh-TW" dirty="0"/>
              <a:t>Tray Arm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4"/>
          </p:nvPr>
        </p:nvSpPr>
        <p:spPr>
          <a:xfrm>
            <a:off x="97542" y="1614487"/>
            <a:ext cx="3693407" cy="603187"/>
          </a:xfrm>
        </p:spPr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altLang="zh-TW" dirty="0"/>
              <a:t>Change to chuck type.</a:t>
            </a:r>
          </a:p>
          <a:p>
            <a:pPr marL="171450" indent="-171450">
              <a:buFontTx/>
              <a:buChar char="-"/>
            </a:pPr>
            <a:r>
              <a:rPr lang="en-US" altLang="zh-TW" dirty="0"/>
              <a:t>Add cover.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F0D374-B23B-496A-B355-2B7A54441E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399"/>
            <a:ext cx="991822" cy="888673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08EE18E-DB73-4305-80BB-98B9D29E1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43" y="2427225"/>
            <a:ext cx="4929361" cy="3472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B05696A4-08F5-42FC-A23F-4353B22E4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477" y="2427224"/>
            <a:ext cx="5021223" cy="3453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67EBEC4-8F48-4DA0-A5CA-4A64E211AA09}"/>
              </a:ext>
            </a:extLst>
          </p:cNvPr>
          <p:cNvSpPr txBox="1">
            <a:spLocks/>
          </p:cNvSpPr>
          <p:nvPr/>
        </p:nvSpPr>
        <p:spPr>
          <a:xfrm>
            <a:off x="5151478" y="1206292"/>
            <a:ext cx="3563897" cy="408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anose="020B0604020202020204" pitchFamily="34" charset="0"/>
                <a:ea typeface="微軟正黑體" panose="020B0604030504040204" pitchFamily="34" charset="-120"/>
                <a:cs typeface="Helvetica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Conveyor Track</a:t>
            </a:r>
            <a:endParaRPr lang="zh-TW" altLang="en-US" dirty="0"/>
          </a:p>
        </p:txBody>
      </p:sp>
      <p:sp>
        <p:nvSpPr>
          <p:cNvPr id="10" name="文字版面配置區 4">
            <a:extLst>
              <a:ext uri="{FF2B5EF4-FFF2-40B4-BE49-F238E27FC236}">
                <a16:creationId xmlns:a16="http://schemas.microsoft.com/office/drawing/2014/main" id="{7BFF70EA-F72E-4A02-B1B3-3367A0DF2AF5}"/>
              </a:ext>
            </a:extLst>
          </p:cNvPr>
          <p:cNvSpPr txBox="1">
            <a:spLocks/>
          </p:cNvSpPr>
          <p:nvPr/>
        </p:nvSpPr>
        <p:spPr>
          <a:xfrm>
            <a:off x="5151477" y="1614487"/>
            <a:ext cx="3693407" cy="8127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lang="en-US" altLang="zh-TW" dirty="0"/>
              <a:t>Must be 6 auto track.</a:t>
            </a:r>
          </a:p>
          <a:p>
            <a:pPr marL="171450" indent="-171450">
              <a:buFontTx/>
              <a:buChar char="-"/>
            </a:pPr>
            <a:r>
              <a:rPr lang="en-US" altLang="zh-TW" dirty="0"/>
              <a:t>All conveyor can move tray in and out.</a:t>
            </a:r>
          </a:p>
          <a:p>
            <a:pPr marL="171450" indent="-171450">
              <a:buFontTx/>
              <a:buChar char="-"/>
            </a:pPr>
            <a:r>
              <a:rPr lang="en-US" altLang="zh-TW" dirty="0"/>
              <a:t>Separator</a:t>
            </a:r>
            <a:r>
              <a:rPr lang="zh-TW" altLang="en-US" dirty="0"/>
              <a:t> </a:t>
            </a:r>
            <a:r>
              <a:rPr lang="en-US" altLang="zh-TW" dirty="0"/>
              <a:t>of unloader use cylinder. </a:t>
            </a:r>
            <a:endParaRPr lang="zh-TW" alt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D43FC9F-79D5-40E4-B237-F46B4234B4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29489" r="29150" b="32386"/>
          <a:stretch/>
        </p:blipFill>
        <p:spPr bwMode="auto">
          <a:xfrm>
            <a:off x="10010775" y="4772025"/>
            <a:ext cx="2066926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C1D132FD-7D24-4693-B29E-CAE2C77FB6C4}"/>
              </a:ext>
            </a:extLst>
          </p:cNvPr>
          <p:cNvSpPr/>
          <p:nvPr/>
        </p:nvSpPr>
        <p:spPr>
          <a:xfrm>
            <a:off x="8924925" y="3762375"/>
            <a:ext cx="685800" cy="62962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12D37D1-73DA-4B0A-916C-44223FE2B5D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9510292" y="4299790"/>
            <a:ext cx="1129133" cy="9675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34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5912732" cy="408196"/>
          </a:xfrm>
        </p:spPr>
        <p:txBody>
          <a:bodyPr/>
          <a:lstStyle/>
          <a:p>
            <a:r>
              <a:rPr lang="en-US" altLang="zh-TW" dirty="0"/>
              <a:t>[A10] Auto retest parameter</a:t>
            </a:r>
            <a:endParaRPr lang="zh-TW" altLang="en-US" dirty="0"/>
          </a:p>
        </p:txBody>
      </p:sp>
      <p:pic>
        <p:nvPicPr>
          <p:cNvPr id="13" name="圖片 2">
            <a:extLst>
              <a:ext uri="{FF2B5EF4-FFF2-40B4-BE49-F238E27FC236}">
                <a16:creationId xmlns:a16="http://schemas.microsoft.com/office/drawing/2014/main" id="{8E4D3CBC-422A-4F6B-A6C7-974F379D3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275" y="1111042"/>
            <a:ext cx="4833938" cy="494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圖說文字: 直線 14">
            <a:extLst>
              <a:ext uri="{FF2B5EF4-FFF2-40B4-BE49-F238E27FC236}">
                <a16:creationId xmlns:a16="http://schemas.microsoft.com/office/drawing/2014/main" id="{325C69F8-7995-4FA0-A740-76500ACAA225}"/>
              </a:ext>
            </a:extLst>
          </p:cNvPr>
          <p:cNvSpPr/>
          <p:nvPr/>
        </p:nvSpPr>
        <p:spPr>
          <a:xfrm>
            <a:off x="328926" y="1932091"/>
            <a:ext cx="4914901" cy="861219"/>
          </a:xfrm>
          <a:prstGeom prst="borderCallout1">
            <a:avLst>
              <a:gd name="adj1" fmla="val 84364"/>
              <a:gd name="adj2" fmla="val 100872"/>
              <a:gd name="adj3" fmla="val 335643"/>
              <a:gd name="adj4" fmla="val 1455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Enabled function [A10-1] to use ART function.</a:t>
            </a:r>
            <a:endParaRPr lang="zh-TW" altLang="en-US" dirty="0"/>
          </a:p>
        </p:txBody>
      </p:sp>
      <p:sp>
        <p:nvSpPr>
          <p:cNvPr id="17" name="圖說文字: 直線 16">
            <a:extLst>
              <a:ext uri="{FF2B5EF4-FFF2-40B4-BE49-F238E27FC236}">
                <a16:creationId xmlns:a16="http://schemas.microsoft.com/office/drawing/2014/main" id="{DBC450B1-67D3-4237-971C-E1798762DE78}"/>
              </a:ext>
            </a:extLst>
          </p:cNvPr>
          <p:cNvSpPr/>
          <p:nvPr/>
        </p:nvSpPr>
        <p:spPr>
          <a:xfrm>
            <a:off x="328925" y="3429000"/>
            <a:ext cx="4914901" cy="861219"/>
          </a:xfrm>
          <a:prstGeom prst="borderCallout1">
            <a:avLst>
              <a:gd name="adj1" fmla="val 84364"/>
              <a:gd name="adj2" fmla="val 100872"/>
              <a:gd name="adj3" fmla="val 229468"/>
              <a:gd name="adj4" fmla="val 1459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[A10-3] can lock the test mode to specify protocol.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B59F4A0C-1DB1-411B-938E-BED4F7DF7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3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1616957" cy="408196"/>
          </a:xfrm>
        </p:spPr>
        <p:txBody>
          <a:bodyPr/>
          <a:lstStyle/>
          <a:p>
            <a:r>
              <a:rPr lang="en-US" altLang="zh-TW" dirty="0"/>
              <a:t>Main GUI</a:t>
            </a:r>
            <a:endParaRPr lang="zh-TW" altLang="en-US" dirty="0"/>
          </a:p>
        </p:txBody>
      </p:sp>
      <p:pic>
        <p:nvPicPr>
          <p:cNvPr id="7" name="內容版面配置區 3">
            <a:extLst>
              <a:ext uri="{FF2B5EF4-FFF2-40B4-BE49-F238E27FC236}">
                <a16:creationId xmlns:a16="http://schemas.microsoft.com/office/drawing/2014/main" id="{50A57D71-F486-4969-BBFA-F83E57956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082"/>
          <a:stretch>
            <a:fillRect/>
          </a:stretch>
        </p:blipFill>
        <p:spPr>
          <a:xfrm>
            <a:off x="2028031" y="1614488"/>
            <a:ext cx="8135938" cy="3195638"/>
          </a:xfrm>
          <a:prstGeom prst="rect">
            <a:avLst/>
          </a:prstGeom>
        </p:spPr>
      </p:pic>
      <p:sp>
        <p:nvSpPr>
          <p:cNvPr id="10" name="圖說文字: 直線 9">
            <a:extLst>
              <a:ext uri="{FF2B5EF4-FFF2-40B4-BE49-F238E27FC236}">
                <a16:creationId xmlns:a16="http://schemas.microsoft.com/office/drawing/2014/main" id="{B54D6948-1EE1-493F-966A-0C22A3679C5D}"/>
              </a:ext>
            </a:extLst>
          </p:cNvPr>
          <p:cNvSpPr/>
          <p:nvPr/>
        </p:nvSpPr>
        <p:spPr>
          <a:xfrm>
            <a:off x="7072001" y="5130507"/>
            <a:ext cx="4914901" cy="861219"/>
          </a:xfrm>
          <a:prstGeom prst="borderCallout1">
            <a:avLst>
              <a:gd name="adj1" fmla="val -9645"/>
              <a:gd name="adj2" fmla="val 86919"/>
              <a:gd name="adj3" fmla="val -166477"/>
              <a:gd name="adj4" fmla="val 637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Additional panel for ART information.</a:t>
            </a:r>
          </a:p>
        </p:txBody>
      </p:sp>
      <p:sp>
        <p:nvSpPr>
          <p:cNvPr id="11" name="圖說文字: 直線 10">
            <a:extLst>
              <a:ext uri="{FF2B5EF4-FFF2-40B4-BE49-F238E27FC236}">
                <a16:creationId xmlns:a16="http://schemas.microsoft.com/office/drawing/2014/main" id="{6BD6EC9D-0355-4501-A433-A4EB79FCA7F6}"/>
              </a:ext>
            </a:extLst>
          </p:cNvPr>
          <p:cNvSpPr/>
          <p:nvPr/>
        </p:nvSpPr>
        <p:spPr>
          <a:xfrm>
            <a:off x="300350" y="5130507"/>
            <a:ext cx="4914901" cy="861219"/>
          </a:xfrm>
          <a:prstGeom prst="borderCallout1">
            <a:avLst>
              <a:gd name="adj1" fmla="val -5221"/>
              <a:gd name="adj2" fmla="val 9787"/>
              <a:gd name="adj3" fmla="val -202974"/>
              <a:gd name="adj4" fmla="val 337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Add ‘Initial ART’ in running mode.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B95F83C-E4E8-4CB5-BEB6-A0950D365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0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1616957" cy="408196"/>
          </a:xfrm>
        </p:spPr>
        <p:txBody>
          <a:bodyPr/>
          <a:lstStyle/>
          <a:p>
            <a:r>
              <a:rPr lang="en-US" altLang="zh-TW" dirty="0"/>
              <a:t>Check QTY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20C5C4C-D7D9-4369-865E-649220FF0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4245" y="1085849"/>
            <a:ext cx="3193921" cy="5211763"/>
          </a:xfrm>
          <a:prstGeom prst="rect">
            <a:avLst/>
          </a:prstGeom>
        </p:spPr>
      </p:pic>
      <p:sp>
        <p:nvSpPr>
          <p:cNvPr id="10" name="圖說文字: 直線 9">
            <a:extLst>
              <a:ext uri="{FF2B5EF4-FFF2-40B4-BE49-F238E27FC236}">
                <a16:creationId xmlns:a16="http://schemas.microsoft.com/office/drawing/2014/main" id="{E88225B4-3AC5-4298-AAD1-3C348E518E5F}"/>
              </a:ext>
            </a:extLst>
          </p:cNvPr>
          <p:cNvSpPr/>
          <p:nvPr/>
        </p:nvSpPr>
        <p:spPr>
          <a:xfrm>
            <a:off x="6815450" y="116205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84121"/>
              <a:gd name="adj4" fmla="val -39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QTY provide by tester.</a:t>
            </a:r>
          </a:p>
        </p:txBody>
      </p:sp>
      <p:sp>
        <p:nvSpPr>
          <p:cNvPr id="11" name="圖說文字: 直線 10">
            <a:extLst>
              <a:ext uri="{FF2B5EF4-FFF2-40B4-BE49-F238E27FC236}">
                <a16:creationId xmlns:a16="http://schemas.microsoft.com/office/drawing/2014/main" id="{46B043F7-CE90-411A-A21A-7C3D41B4C9A9}"/>
              </a:ext>
            </a:extLst>
          </p:cNvPr>
          <p:cNvSpPr/>
          <p:nvPr/>
        </p:nvSpPr>
        <p:spPr>
          <a:xfrm>
            <a:off x="6815450" y="157353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32509"/>
              <a:gd name="adj4" fmla="val -393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Lot number provided by tester.</a:t>
            </a:r>
          </a:p>
        </p:txBody>
      </p:sp>
      <p:sp>
        <p:nvSpPr>
          <p:cNvPr id="14" name="圖說文字: 直線 13">
            <a:extLst>
              <a:ext uri="{FF2B5EF4-FFF2-40B4-BE49-F238E27FC236}">
                <a16:creationId xmlns:a16="http://schemas.microsoft.com/office/drawing/2014/main" id="{9D97F1D5-E490-4F9D-8D40-F71BF15CE231}"/>
              </a:ext>
            </a:extLst>
          </p:cNvPr>
          <p:cNvSpPr/>
          <p:nvPr/>
        </p:nvSpPr>
        <p:spPr>
          <a:xfrm>
            <a:off x="6815450" y="198501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258315"/>
              <a:gd name="adj4" fmla="val -401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Maximum RT count.</a:t>
            </a:r>
          </a:p>
        </p:txBody>
      </p:sp>
      <p:sp>
        <p:nvSpPr>
          <p:cNvPr id="15" name="圖說文字: 直線 14">
            <a:extLst>
              <a:ext uri="{FF2B5EF4-FFF2-40B4-BE49-F238E27FC236}">
                <a16:creationId xmlns:a16="http://schemas.microsoft.com/office/drawing/2014/main" id="{7BFBAB6B-3F38-43F5-8E76-0E3FABDDDEC6}"/>
              </a:ext>
            </a:extLst>
          </p:cNvPr>
          <p:cNvSpPr/>
          <p:nvPr/>
        </p:nvSpPr>
        <p:spPr>
          <a:xfrm>
            <a:off x="6815450" y="239649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203476"/>
              <a:gd name="adj4" fmla="val -395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Current RT count.</a:t>
            </a:r>
          </a:p>
        </p:txBody>
      </p:sp>
      <p:sp>
        <p:nvSpPr>
          <p:cNvPr id="16" name="圖說文字: 直線 15">
            <a:extLst>
              <a:ext uri="{FF2B5EF4-FFF2-40B4-BE49-F238E27FC236}">
                <a16:creationId xmlns:a16="http://schemas.microsoft.com/office/drawing/2014/main" id="{F3A162C1-0373-4217-9DE7-20DBFDF64CC2}"/>
              </a:ext>
            </a:extLst>
          </p:cNvPr>
          <p:cNvSpPr/>
          <p:nvPr/>
        </p:nvSpPr>
        <p:spPr>
          <a:xfrm>
            <a:off x="6815450" y="280797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61541"/>
              <a:gd name="adj4" fmla="val -401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No RT bin yield to stop ART.</a:t>
            </a:r>
          </a:p>
        </p:txBody>
      </p:sp>
      <p:sp>
        <p:nvSpPr>
          <p:cNvPr id="17" name="圖說文字: 直線 16">
            <a:extLst>
              <a:ext uri="{FF2B5EF4-FFF2-40B4-BE49-F238E27FC236}">
                <a16:creationId xmlns:a16="http://schemas.microsoft.com/office/drawing/2014/main" id="{CA0E455B-7F86-477C-946C-38827125B420}"/>
              </a:ext>
            </a:extLst>
          </p:cNvPr>
          <p:cNvSpPr/>
          <p:nvPr/>
        </p:nvSpPr>
        <p:spPr>
          <a:xfrm>
            <a:off x="6815450" y="321945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19606"/>
              <a:gd name="adj4" fmla="val -399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Current yield for ART pass category.</a:t>
            </a:r>
          </a:p>
        </p:txBody>
      </p:sp>
      <p:sp>
        <p:nvSpPr>
          <p:cNvPr id="18" name="圖說文字: 直線 17">
            <a:extLst>
              <a:ext uri="{FF2B5EF4-FFF2-40B4-BE49-F238E27FC236}">
                <a16:creationId xmlns:a16="http://schemas.microsoft.com/office/drawing/2014/main" id="{6A52BE3F-DE6D-47C4-8F1D-17AC85C25D10}"/>
              </a:ext>
            </a:extLst>
          </p:cNvPr>
          <p:cNvSpPr/>
          <p:nvPr/>
        </p:nvSpPr>
        <p:spPr>
          <a:xfrm>
            <a:off x="6815450" y="486537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35735"/>
              <a:gd name="adj4" fmla="val -519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Device count which place to unloader.</a:t>
            </a:r>
          </a:p>
        </p:txBody>
      </p:sp>
      <p:sp>
        <p:nvSpPr>
          <p:cNvPr id="19" name="圖說文字: 直線 18">
            <a:extLst>
              <a:ext uri="{FF2B5EF4-FFF2-40B4-BE49-F238E27FC236}">
                <a16:creationId xmlns:a16="http://schemas.microsoft.com/office/drawing/2014/main" id="{6B7A5C6D-EB5F-48FD-999E-5F6450E42A59}"/>
              </a:ext>
            </a:extLst>
          </p:cNvPr>
          <p:cNvSpPr/>
          <p:nvPr/>
        </p:nvSpPr>
        <p:spPr>
          <a:xfrm>
            <a:off x="6815450" y="5276851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-6201"/>
              <a:gd name="adj4" fmla="val -39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Device count which need to RT</a:t>
            </a:r>
          </a:p>
        </p:txBody>
      </p:sp>
      <p:sp>
        <p:nvSpPr>
          <p:cNvPr id="20" name="圖說文字: 直線 19">
            <a:extLst>
              <a:ext uri="{FF2B5EF4-FFF2-40B4-BE49-F238E27FC236}">
                <a16:creationId xmlns:a16="http://schemas.microsoft.com/office/drawing/2014/main" id="{515C89EF-A1F0-4150-9BD9-5F31CA5ACE8D}"/>
              </a:ext>
            </a:extLst>
          </p:cNvPr>
          <p:cNvSpPr/>
          <p:nvPr/>
        </p:nvSpPr>
        <p:spPr>
          <a:xfrm>
            <a:off x="6815450" y="363093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97024"/>
              <a:gd name="adj4" fmla="val -39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Devices count which need to load.</a:t>
            </a:r>
          </a:p>
        </p:txBody>
      </p:sp>
      <p:sp>
        <p:nvSpPr>
          <p:cNvPr id="21" name="圖說文字: 直線 20">
            <a:extLst>
              <a:ext uri="{FF2B5EF4-FFF2-40B4-BE49-F238E27FC236}">
                <a16:creationId xmlns:a16="http://schemas.microsoft.com/office/drawing/2014/main" id="{44E6F323-2E5A-43A5-B598-244A901FF926}"/>
              </a:ext>
            </a:extLst>
          </p:cNvPr>
          <p:cNvSpPr/>
          <p:nvPr/>
        </p:nvSpPr>
        <p:spPr>
          <a:xfrm>
            <a:off x="6815450" y="404241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48638"/>
              <a:gd name="adj4" fmla="val -399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Devices count which pick up from loader.</a:t>
            </a:r>
          </a:p>
        </p:txBody>
      </p:sp>
      <p:sp>
        <p:nvSpPr>
          <p:cNvPr id="22" name="圖說文字: 直線 21">
            <a:extLst>
              <a:ext uri="{FF2B5EF4-FFF2-40B4-BE49-F238E27FC236}">
                <a16:creationId xmlns:a16="http://schemas.microsoft.com/office/drawing/2014/main" id="{47167407-4D7D-47F7-9CE1-E150ED21200D}"/>
              </a:ext>
            </a:extLst>
          </p:cNvPr>
          <p:cNvSpPr/>
          <p:nvPr/>
        </p:nvSpPr>
        <p:spPr>
          <a:xfrm>
            <a:off x="6815450" y="4453890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00251"/>
              <a:gd name="adj4" fmla="val -519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Devices count which place to in shuttle.</a:t>
            </a:r>
          </a:p>
        </p:txBody>
      </p:sp>
      <p:sp>
        <p:nvSpPr>
          <p:cNvPr id="23" name="圖說文字: 直線 22">
            <a:extLst>
              <a:ext uri="{FF2B5EF4-FFF2-40B4-BE49-F238E27FC236}">
                <a16:creationId xmlns:a16="http://schemas.microsoft.com/office/drawing/2014/main" id="{C1057E82-B51E-4931-9CF6-AAF49F5CA484}"/>
              </a:ext>
            </a:extLst>
          </p:cNvPr>
          <p:cNvSpPr/>
          <p:nvPr/>
        </p:nvSpPr>
        <p:spPr>
          <a:xfrm>
            <a:off x="6815450" y="5695950"/>
            <a:ext cx="4914901" cy="533400"/>
          </a:xfrm>
          <a:prstGeom prst="borderCallout1">
            <a:avLst>
              <a:gd name="adj1" fmla="val 17360"/>
              <a:gd name="adj2" fmla="val -872"/>
              <a:gd name="adj3" fmla="val 29513"/>
              <a:gd name="adj4" fmla="val -368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Device count for each auto unloader which need to RT.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0A57630-56FE-440E-AC35-96D084645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7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1616957" cy="408196"/>
          </a:xfrm>
        </p:spPr>
        <p:txBody>
          <a:bodyPr/>
          <a:lstStyle/>
          <a:p>
            <a:r>
              <a:rPr lang="en-US" altLang="zh-TW" dirty="0"/>
              <a:t>Check QTY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20C5C4C-D7D9-4369-865E-649220FF0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4245" y="1085849"/>
            <a:ext cx="3193921" cy="5211763"/>
          </a:xfrm>
          <a:prstGeom prst="rect">
            <a:avLst/>
          </a:prstGeom>
        </p:spPr>
      </p:pic>
      <p:sp>
        <p:nvSpPr>
          <p:cNvPr id="10" name="圖說文字: 直線 9">
            <a:extLst>
              <a:ext uri="{FF2B5EF4-FFF2-40B4-BE49-F238E27FC236}">
                <a16:creationId xmlns:a16="http://schemas.microsoft.com/office/drawing/2014/main" id="{E88225B4-3AC5-4298-AAD1-3C348E518E5F}"/>
              </a:ext>
            </a:extLst>
          </p:cNvPr>
          <p:cNvSpPr/>
          <p:nvPr/>
        </p:nvSpPr>
        <p:spPr>
          <a:xfrm>
            <a:off x="6736639" y="1807845"/>
            <a:ext cx="4914901" cy="1621155"/>
          </a:xfrm>
          <a:prstGeom prst="borderCallout1">
            <a:avLst>
              <a:gd name="adj1" fmla="val 17360"/>
              <a:gd name="adj2" fmla="val -872"/>
              <a:gd name="adj3" fmla="val 184121"/>
              <a:gd name="adj4" fmla="val -39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Gap counts devices count which happened error.</a:t>
            </a:r>
          </a:p>
          <a:p>
            <a:r>
              <a:rPr lang="en-US" altLang="zh-TW" dirty="0"/>
              <a:t>The error include:</a:t>
            </a:r>
          </a:p>
          <a:p>
            <a:r>
              <a:rPr lang="en-US" altLang="zh-TW" dirty="0"/>
              <a:t>In arm pick error on hot plate with skip action.</a:t>
            </a:r>
          </a:p>
          <a:p>
            <a:r>
              <a:rPr lang="en-US" altLang="zh-TW" dirty="0"/>
              <a:t>In arm drop error with skip action.</a:t>
            </a:r>
          </a:p>
        </p:txBody>
      </p:sp>
      <p:sp>
        <p:nvSpPr>
          <p:cNvPr id="11" name="圖說文字: 直線 10">
            <a:extLst>
              <a:ext uri="{FF2B5EF4-FFF2-40B4-BE49-F238E27FC236}">
                <a16:creationId xmlns:a16="http://schemas.microsoft.com/office/drawing/2014/main" id="{46B043F7-CE90-411A-A21A-7C3D41B4C9A9}"/>
              </a:ext>
            </a:extLst>
          </p:cNvPr>
          <p:cNvSpPr/>
          <p:nvPr/>
        </p:nvSpPr>
        <p:spPr>
          <a:xfrm>
            <a:off x="6736639" y="3973829"/>
            <a:ext cx="4914901" cy="1941195"/>
          </a:xfrm>
          <a:prstGeom prst="borderCallout1">
            <a:avLst>
              <a:gd name="adj1" fmla="val 17360"/>
              <a:gd name="adj2" fmla="val -872"/>
              <a:gd name="adj3" fmla="val 52529"/>
              <a:gd name="adj4" fmla="val -391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Gap counts devices count which happened error.</a:t>
            </a:r>
          </a:p>
          <a:p>
            <a:r>
              <a:rPr lang="en-US" altLang="zh-TW" dirty="0"/>
              <a:t>The error include:</a:t>
            </a:r>
          </a:p>
          <a:p>
            <a:r>
              <a:rPr lang="en-US" altLang="zh-TW" dirty="0"/>
              <a:t>Index pick up error on shuttle with skip action.</a:t>
            </a:r>
          </a:p>
          <a:p>
            <a:r>
              <a:rPr lang="en-US" altLang="zh-TW" dirty="0"/>
              <a:t>Index device drop error with skip action.</a:t>
            </a:r>
          </a:p>
          <a:p>
            <a:r>
              <a:rPr lang="en-US" altLang="zh-TW" dirty="0"/>
              <a:t>Device lose at out shuttle.</a:t>
            </a:r>
          </a:p>
          <a:p>
            <a:r>
              <a:rPr lang="en-US" altLang="zh-TW" dirty="0"/>
              <a:t>Out arm pick error on hot plate with skip action.</a:t>
            </a:r>
          </a:p>
          <a:p>
            <a:r>
              <a:rPr lang="en-US" altLang="zh-TW" dirty="0"/>
              <a:t>Out arm drop error with skip action.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D3D154DF-FBAB-4B72-A16C-C67018F64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76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Active setting panel for ART.</a:t>
            </a:r>
          </a:p>
        </p:txBody>
      </p:sp>
      <p:pic>
        <p:nvPicPr>
          <p:cNvPr id="7" name="內容版面配置區 5">
            <a:extLst>
              <a:ext uri="{FF2B5EF4-FFF2-40B4-BE49-F238E27FC236}">
                <a16:creationId xmlns:a16="http://schemas.microsoft.com/office/drawing/2014/main" id="{B783BA62-D502-4800-A066-6B0F796C2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257" y="1614488"/>
            <a:ext cx="11703486" cy="406579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7FE9301-4E6F-496D-9143-494A8D904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31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7589132" cy="408196"/>
          </a:xfrm>
        </p:spPr>
        <p:txBody>
          <a:bodyPr/>
          <a:lstStyle/>
          <a:p>
            <a:r>
              <a:rPr lang="en-US" altLang="zh-TW" dirty="0"/>
              <a:t>Level Set for ART Setting Panel</a:t>
            </a:r>
          </a:p>
        </p:txBody>
      </p:sp>
      <p:pic>
        <p:nvPicPr>
          <p:cNvPr id="8" name="內容版面配置區 2">
            <a:extLst>
              <a:ext uri="{FF2B5EF4-FFF2-40B4-BE49-F238E27FC236}">
                <a16:creationId xmlns:a16="http://schemas.microsoft.com/office/drawing/2014/main" id="{9D6B3193-EB47-4EFF-A38F-2A8848A64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543" y="2157717"/>
            <a:ext cx="5653088" cy="3283660"/>
          </a:xfrm>
          <a:prstGeom prst="rect">
            <a:avLst/>
          </a:prstGeom>
        </p:spPr>
      </p:pic>
      <p:pic>
        <p:nvPicPr>
          <p:cNvPr id="9" name="圖片 3">
            <a:extLst>
              <a:ext uri="{FF2B5EF4-FFF2-40B4-BE49-F238E27FC236}">
                <a16:creationId xmlns:a16="http://schemas.microsoft.com/office/drawing/2014/main" id="{D97962A7-DD89-4FBD-89AE-C052D46CF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984" y="2162175"/>
            <a:ext cx="4793454" cy="393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圖說文字: 直線 9">
            <a:extLst>
              <a:ext uri="{FF2B5EF4-FFF2-40B4-BE49-F238E27FC236}">
                <a16:creationId xmlns:a16="http://schemas.microsoft.com/office/drawing/2014/main" id="{0E501432-736D-4698-8F60-459CA48774A5}"/>
              </a:ext>
            </a:extLst>
          </p:cNvPr>
          <p:cNvSpPr/>
          <p:nvPr/>
        </p:nvSpPr>
        <p:spPr>
          <a:xfrm>
            <a:off x="1662425" y="1677181"/>
            <a:ext cx="4914901" cy="295276"/>
          </a:xfrm>
          <a:prstGeom prst="borderCallout1">
            <a:avLst>
              <a:gd name="adj1" fmla="val 120585"/>
              <a:gd name="adj2" fmla="val 97771"/>
              <a:gd name="adj3" fmla="val 1109924"/>
              <a:gd name="adj4" fmla="val 755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Priority of ART setting panel </a:t>
            </a:r>
          </a:p>
        </p:txBody>
      </p:sp>
      <p:sp>
        <p:nvSpPr>
          <p:cNvPr id="11" name="圖說文字: 直線 10">
            <a:extLst>
              <a:ext uri="{FF2B5EF4-FFF2-40B4-BE49-F238E27FC236}">
                <a16:creationId xmlns:a16="http://schemas.microsoft.com/office/drawing/2014/main" id="{C4ADD9E8-6E17-49B0-B8D4-BC51D546B56F}"/>
              </a:ext>
            </a:extLst>
          </p:cNvPr>
          <p:cNvSpPr/>
          <p:nvPr/>
        </p:nvSpPr>
        <p:spPr>
          <a:xfrm>
            <a:off x="7073984" y="1466850"/>
            <a:ext cx="4914901" cy="295276"/>
          </a:xfrm>
          <a:prstGeom prst="borderCallout1">
            <a:avLst>
              <a:gd name="adj1" fmla="val 114134"/>
              <a:gd name="adj2" fmla="val 86337"/>
              <a:gd name="adj3" fmla="val 238960"/>
              <a:gd name="adj4" fmla="val 819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Control by [130] Yield – ART Setting</a:t>
            </a:r>
          </a:p>
        </p:txBody>
      </p:sp>
      <p:sp>
        <p:nvSpPr>
          <p:cNvPr id="12" name="圖說文字: 直線 11">
            <a:extLst>
              <a:ext uri="{FF2B5EF4-FFF2-40B4-BE49-F238E27FC236}">
                <a16:creationId xmlns:a16="http://schemas.microsoft.com/office/drawing/2014/main" id="{B2124047-1E06-48C4-A383-435AF541F11F}"/>
              </a:ext>
            </a:extLst>
          </p:cNvPr>
          <p:cNvSpPr/>
          <p:nvPr/>
        </p:nvSpPr>
        <p:spPr>
          <a:xfrm>
            <a:off x="709925" y="5651708"/>
            <a:ext cx="4914901" cy="295276"/>
          </a:xfrm>
          <a:prstGeom prst="borderCallout1">
            <a:avLst>
              <a:gd name="adj1" fmla="val 65747"/>
              <a:gd name="adj2" fmla="val 100873"/>
              <a:gd name="adj3" fmla="val -93297"/>
              <a:gd name="adj4" fmla="val 1294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Control by [129] Yield – ART User Fix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96B20600-CB71-4A6C-9D65-E49731D8B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26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ART Lot Info</a:t>
            </a:r>
          </a:p>
        </p:txBody>
      </p:sp>
      <p:pic>
        <p:nvPicPr>
          <p:cNvPr id="8" name="內容版面配置區 2">
            <a:extLst>
              <a:ext uri="{FF2B5EF4-FFF2-40B4-BE49-F238E27FC236}">
                <a16:creationId xmlns:a16="http://schemas.microsoft.com/office/drawing/2014/main" id="{76B407D3-6683-49B0-A50B-8ECFF1131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84" b="63107"/>
          <a:stretch>
            <a:fillRect/>
          </a:stretch>
        </p:blipFill>
        <p:spPr>
          <a:xfrm>
            <a:off x="1212850" y="1992606"/>
            <a:ext cx="5437398" cy="3246144"/>
          </a:xfrm>
          <a:prstGeom prst="rect">
            <a:avLst/>
          </a:prstGeom>
        </p:spPr>
      </p:pic>
      <p:sp>
        <p:nvSpPr>
          <p:cNvPr id="9" name="圖說文字: 直線 8">
            <a:extLst>
              <a:ext uri="{FF2B5EF4-FFF2-40B4-BE49-F238E27FC236}">
                <a16:creationId xmlns:a16="http://schemas.microsoft.com/office/drawing/2014/main" id="{DCE91EF9-E613-4E68-A6F2-B4E4AD9C39A0}"/>
              </a:ext>
            </a:extLst>
          </p:cNvPr>
          <p:cNvSpPr/>
          <p:nvPr/>
        </p:nvSpPr>
        <p:spPr>
          <a:xfrm>
            <a:off x="7120250" y="2962275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-67491"/>
              <a:gd name="adj4" fmla="val -187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Modify for input quantity by engineer.</a:t>
            </a:r>
          </a:p>
        </p:txBody>
      </p:sp>
      <p:sp>
        <p:nvSpPr>
          <p:cNvPr id="10" name="圖說文字: 直線 9">
            <a:extLst>
              <a:ext uri="{FF2B5EF4-FFF2-40B4-BE49-F238E27FC236}">
                <a16:creationId xmlns:a16="http://schemas.microsoft.com/office/drawing/2014/main" id="{8EC9EBFA-C493-4BA5-9141-F0CB11F2F15E}"/>
              </a:ext>
            </a:extLst>
          </p:cNvPr>
          <p:cNvSpPr/>
          <p:nvPr/>
        </p:nvSpPr>
        <p:spPr>
          <a:xfrm>
            <a:off x="7120250" y="3373755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3154"/>
              <a:gd name="adj4" fmla="val -189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Modify for handler status by engineer.</a:t>
            </a:r>
          </a:p>
        </p:txBody>
      </p:sp>
      <p:sp>
        <p:nvSpPr>
          <p:cNvPr id="11" name="圖說文字: 直線 10">
            <a:extLst>
              <a:ext uri="{FF2B5EF4-FFF2-40B4-BE49-F238E27FC236}">
                <a16:creationId xmlns:a16="http://schemas.microsoft.com/office/drawing/2014/main" id="{254E9E27-E50F-42F0-A05A-296980F622E1}"/>
              </a:ext>
            </a:extLst>
          </p:cNvPr>
          <p:cNvSpPr/>
          <p:nvPr/>
        </p:nvSpPr>
        <p:spPr>
          <a:xfrm>
            <a:off x="7120250" y="3785235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74445"/>
              <a:gd name="adj4" fmla="val -183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Modify for RT try count.</a:t>
            </a:r>
          </a:p>
        </p:txBody>
      </p:sp>
      <p:sp>
        <p:nvSpPr>
          <p:cNvPr id="12" name="圖說文字: 直線 11">
            <a:extLst>
              <a:ext uri="{FF2B5EF4-FFF2-40B4-BE49-F238E27FC236}">
                <a16:creationId xmlns:a16="http://schemas.microsoft.com/office/drawing/2014/main" id="{002B8473-AA7B-4FB5-AF64-716210D3BAC0}"/>
              </a:ext>
            </a:extLst>
          </p:cNvPr>
          <p:cNvSpPr/>
          <p:nvPr/>
        </p:nvSpPr>
        <p:spPr>
          <a:xfrm>
            <a:off x="7120250" y="4196715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64767"/>
              <a:gd name="adj4" fmla="val -183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Modify for pass rate.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EC4550A-9E7E-41C1-BDF6-34B128BCA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54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內容版面配置區 2">
            <a:extLst>
              <a:ext uri="{FF2B5EF4-FFF2-40B4-BE49-F238E27FC236}">
                <a16:creationId xmlns:a16="http://schemas.microsoft.com/office/drawing/2014/main" id="{E46647C8-35A9-43EF-82B6-8AF3291AB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63" t="374" r="134" b="22244"/>
          <a:stretch>
            <a:fillRect/>
          </a:stretch>
        </p:blipFill>
        <p:spPr>
          <a:xfrm>
            <a:off x="1882775" y="1514474"/>
            <a:ext cx="3955775" cy="473530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ART Additional Setting</a:t>
            </a:r>
          </a:p>
        </p:txBody>
      </p:sp>
      <p:sp>
        <p:nvSpPr>
          <p:cNvPr id="14" name="圖說文字: 直線 13">
            <a:extLst>
              <a:ext uri="{FF2B5EF4-FFF2-40B4-BE49-F238E27FC236}">
                <a16:creationId xmlns:a16="http://schemas.microsoft.com/office/drawing/2014/main" id="{B3656079-E646-4421-A2AD-7069BC211AAE}"/>
              </a:ext>
            </a:extLst>
          </p:cNvPr>
          <p:cNvSpPr/>
          <p:nvPr/>
        </p:nvSpPr>
        <p:spPr>
          <a:xfrm>
            <a:off x="6736639" y="1410390"/>
            <a:ext cx="4914901" cy="866275"/>
          </a:xfrm>
          <a:prstGeom prst="borderCallout1">
            <a:avLst>
              <a:gd name="adj1" fmla="val 17360"/>
              <a:gd name="adj2" fmla="val -872"/>
              <a:gd name="adj3" fmla="val 81865"/>
              <a:gd name="adj4" fmla="val -203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Sort mode include: Assigned Category and Category R.</a:t>
            </a:r>
          </a:p>
        </p:txBody>
      </p:sp>
      <p:sp>
        <p:nvSpPr>
          <p:cNvPr id="15" name="圖說文字: 直線 14">
            <a:extLst>
              <a:ext uri="{FF2B5EF4-FFF2-40B4-BE49-F238E27FC236}">
                <a16:creationId xmlns:a16="http://schemas.microsoft.com/office/drawing/2014/main" id="{54E8E292-DF82-461A-B37B-0C0ACB50A950}"/>
              </a:ext>
            </a:extLst>
          </p:cNvPr>
          <p:cNvSpPr/>
          <p:nvPr/>
        </p:nvSpPr>
        <p:spPr>
          <a:xfrm>
            <a:off x="6736640" y="2403668"/>
            <a:ext cx="4914901" cy="866275"/>
          </a:xfrm>
          <a:prstGeom prst="borderCallout1">
            <a:avLst>
              <a:gd name="adj1" fmla="val 17360"/>
              <a:gd name="adj2" fmla="val -872"/>
              <a:gd name="adj3" fmla="val -601"/>
              <a:gd name="adj4" fmla="val -205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RT start mode can choose :</a:t>
            </a:r>
          </a:p>
          <a:p>
            <a:r>
              <a:rPr lang="en-US" altLang="zh-TW" dirty="0"/>
              <a:t>Auto progress : change status automatically.</a:t>
            </a:r>
          </a:p>
          <a:p>
            <a:r>
              <a:rPr lang="en-US" altLang="zh-TW" dirty="0"/>
              <a:t>Manual progress : alarm and wait user to start.</a:t>
            </a:r>
          </a:p>
        </p:txBody>
      </p:sp>
      <p:sp>
        <p:nvSpPr>
          <p:cNvPr id="16" name="圖說文字: 直線 15">
            <a:extLst>
              <a:ext uri="{FF2B5EF4-FFF2-40B4-BE49-F238E27FC236}">
                <a16:creationId xmlns:a16="http://schemas.microsoft.com/office/drawing/2014/main" id="{3ADC7276-1E77-4595-8C15-AB0627753CCE}"/>
              </a:ext>
            </a:extLst>
          </p:cNvPr>
          <p:cNvSpPr/>
          <p:nvPr/>
        </p:nvSpPr>
        <p:spPr>
          <a:xfrm>
            <a:off x="6736640" y="3396946"/>
            <a:ext cx="4914901" cy="866275"/>
          </a:xfrm>
          <a:prstGeom prst="borderCallout1">
            <a:avLst>
              <a:gd name="adj1" fmla="val 17360"/>
              <a:gd name="adj2" fmla="val -872"/>
              <a:gd name="adj3" fmla="val -45682"/>
              <a:gd name="adj4" fmla="val -660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Handler will turn off the DUT when running RT. And can set the rule to close site.</a:t>
            </a:r>
          </a:p>
        </p:txBody>
      </p:sp>
      <p:sp>
        <p:nvSpPr>
          <p:cNvPr id="17" name="圖說文字: 直線 16">
            <a:extLst>
              <a:ext uri="{FF2B5EF4-FFF2-40B4-BE49-F238E27FC236}">
                <a16:creationId xmlns:a16="http://schemas.microsoft.com/office/drawing/2014/main" id="{7163CEB3-CCCA-40DD-A5D8-996B68049EE0}"/>
              </a:ext>
            </a:extLst>
          </p:cNvPr>
          <p:cNvSpPr/>
          <p:nvPr/>
        </p:nvSpPr>
        <p:spPr>
          <a:xfrm>
            <a:off x="6736640" y="4390224"/>
            <a:ext cx="4914901" cy="866275"/>
          </a:xfrm>
          <a:prstGeom prst="borderCallout1">
            <a:avLst>
              <a:gd name="adj1" fmla="val 17360"/>
              <a:gd name="adj2" fmla="val -872"/>
              <a:gd name="adj3" fmla="val -14895"/>
              <a:gd name="adj4" fmla="val -705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When handler have such status, user can decides to alarm or auto change handler status to next step.</a:t>
            </a:r>
          </a:p>
        </p:txBody>
      </p:sp>
      <p:sp>
        <p:nvSpPr>
          <p:cNvPr id="19" name="圖說文字: 直線 18">
            <a:extLst>
              <a:ext uri="{FF2B5EF4-FFF2-40B4-BE49-F238E27FC236}">
                <a16:creationId xmlns:a16="http://schemas.microsoft.com/office/drawing/2014/main" id="{120E69F8-7B3D-49BA-9CD7-6410841A91F9}"/>
              </a:ext>
            </a:extLst>
          </p:cNvPr>
          <p:cNvSpPr/>
          <p:nvPr/>
        </p:nvSpPr>
        <p:spPr>
          <a:xfrm>
            <a:off x="6736640" y="5383504"/>
            <a:ext cx="4914901" cy="866275"/>
          </a:xfrm>
          <a:prstGeom prst="borderCallout1">
            <a:avLst>
              <a:gd name="adj1" fmla="val 17360"/>
              <a:gd name="adj2" fmla="val -872"/>
              <a:gd name="adj3" fmla="val 16992"/>
              <a:gd name="adj4" fmla="val -486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When in arm pick up error, it can auto skip to next device.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CBDB390B-0B20-43BA-BBD4-4E5979E49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86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93CDDD01-A6AC-48D1-BB1F-1FA25B7C5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09" r="12981"/>
          <a:stretch>
            <a:fillRect/>
          </a:stretch>
        </p:blipFill>
        <p:spPr bwMode="auto">
          <a:xfrm>
            <a:off x="4217988" y="2715315"/>
            <a:ext cx="7804504" cy="3390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Assigned Category</a:t>
            </a:r>
          </a:p>
        </p:txBody>
      </p:sp>
      <p:sp>
        <p:nvSpPr>
          <p:cNvPr id="14" name="圖說文字: 直線 13">
            <a:extLst>
              <a:ext uri="{FF2B5EF4-FFF2-40B4-BE49-F238E27FC236}">
                <a16:creationId xmlns:a16="http://schemas.microsoft.com/office/drawing/2014/main" id="{B3656079-E646-4421-A2AD-7069BC211AAE}"/>
              </a:ext>
            </a:extLst>
          </p:cNvPr>
          <p:cNvSpPr/>
          <p:nvPr/>
        </p:nvSpPr>
        <p:spPr>
          <a:xfrm>
            <a:off x="169508" y="4001190"/>
            <a:ext cx="3340811" cy="966788"/>
          </a:xfrm>
          <a:prstGeom prst="borderCallout1">
            <a:avLst>
              <a:gd name="adj1" fmla="val 69577"/>
              <a:gd name="adj2" fmla="val 102338"/>
              <a:gd name="adj3" fmla="val -57856"/>
              <a:gd name="adj4" fmla="val 1876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In this case, only the bin setting on Auto 2 will do retest.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CBDB390B-0B20-43BA-BBD4-4E5979E49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  <p:sp>
        <p:nvSpPr>
          <p:cNvPr id="12" name="文字版面配置區 4">
            <a:extLst>
              <a:ext uri="{FF2B5EF4-FFF2-40B4-BE49-F238E27FC236}">
                <a16:creationId xmlns:a16="http://schemas.microsoft.com/office/drawing/2014/main" id="{BFB1CB2F-4591-4435-8702-8944347B4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42" y="1614488"/>
            <a:ext cx="6169908" cy="966788"/>
          </a:xfrm>
        </p:spPr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altLang="zh-TW" sz="1600" dirty="0"/>
              <a:t>In ART mode, we will use bin setting as</a:t>
            </a:r>
            <a:endParaRPr lang="en-US" altLang="zh-TW" dirty="0"/>
          </a:p>
          <a:p>
            <a:pPr marL="628650" lvl="1" indent="-171450">
              <a:buFontTx/>
              <a:buChar char="-"/>
            </a:pPr>
            <a:r>
              <a:rPr lang="en-US" altLang="zh-TW" dirty="0"/>
              <a:t>ART-Normal for FT and RT; </a:t>
            </a:r>
          </a:p>
          <a:p>
            <a:pPr marL="628650" lvl="1" indent="-171450">
              <a:buFontTx/>
              <a:buChar char="-"/>
            </a:pPr>
            <a:r>
              <a:rPr lang="en-US" altLang="zh-TW" dirty="0"/>
              <a:t>ART-Retest bin setting for final RT.</a:t>
            </a:r>
          </a:p>
        </p:txBody>
      </p:sp>
    </p:spTree>
    <p:extLst>
      <p:ext uri="{BB962C8B-B14F-4D97-AF65-F5344CB8AC3E}">
        <p14:creationId xmlns:p14="http://schemas.microsoft.com/office/powerpoint/2010/main" val="951534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2">
            <a:extLst>
              <a:ext uri="{FF2B5EF4-FFF2-40B4-BE49-F238E27FC236}">
                <a16:creationId xmlns:a16="http://schemas.microsoft.com/office/drawing/2014/main" id="{45BFE79E-1C1A-467F-B6C4-029E67E71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8956" y="3429000"/>
            <a:ext cx="8873156" cy="279846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Category R</a:t>
            </a:r>
          </a:p>
        </p:txBody>
      </p:sp>
      <p:sp>
        <p:nvSpPr>
          <p:cNvPr id="14" name="圖說文字: 直線 13">
            <a:extLst>
              <a:ext uri="{FF2B5EF4-FFF2-40B4-BE49-F238E27FC236}">
                <a16:creationId xmlns:a16="http://schemas.microsoft.com/office/drawing/2014/main" id="{B3656079-E646-4421-A2AD-7069BC211AAE}"/>
              </a:ext>
            </a:extLst>
          </p:cNvPr>
          <p:cNvSpPr/>
          <p:nvPr/>
        </p:nvSpPr>
        <p:spPr>
          <a:xfrm>
            <a:off x="1018774" y="2305050"/>
            <a:ext cx="8016257" cy="690562"/>
          </a:xfrm>
          <a:prstGeom prst="borderCallout1">
            <a:avLst>
              <a:gd name="adj1" fmla="val 103690"/>
              <a:gd name="adj2" fmla="val 39096"/>
              <a:gd name="adj3" fmla="val 268371"/>
              <a:gd name="adj4" fmla="val 515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In this case, Auto 2, Fix 1, Fix 2 and Fix 3 will combine bin to Auto 2 when FT and RT. </a:t>
            </a:r>
          </a:p>
          <a:p>
            <a:r>
              <a:rPr lang="en-US" altLang="zh-TW" dirty="0"/>
              <a:t>And will separate bin in final RT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CBDB390B-0B20-43BA-BBD4-4E5979E49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  <p:sp>
        <p:nvSpPr>
          <p:cNvPr id="12" name="文字版面配置區 4">
            <a:extLst>
              <a:ext uri="{FF2B5EF4-FFF2-40B4-BE49-F238E27FC236}">
                <a16:creationId xmlns:a16="http://schemas.microsoft.com/office/drawing/2014/main" id="{BFB1CB2F-4591-4435-8702-8944347B4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42" y="1614488"/>
            <a:ext cx="8646408" cy="690562"/>
          </a:xfrm>
        </p:spPr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altLang="zh-TW" sz="1600" dirty="0"/>
              <a:t>You can set bin combine to bin R when FT and RT to one unloader.</a:t>
            </a:r>
          </a:p>
          <a:p>
            <a:pPr marL="171450" indent="-171450">
              <a:buFontTx/>
              <a:buChar char="-"/>
            </a:pPr>
            <a:r>
              <a:rPr lang="en-US" altLang="zh-TW" sz="1600" dirty="0"/>
              <a:t>And it will be separate to define bin in final RT.</a:t>
            </a:r>
          </a:p>
        </p:txBody>
      </p:sp>
    </p:spTree>
    <p:extLst>
      <p:ext uri="{BB962C8B-B14F-4D97-AF65-F5344CB8AC3E}">
        <p14:creationId xmlns:p14="http://schemas.microsoft.com/office/powerpoint/2010/main" val="356875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Auto Socket Off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CBDB390B-0B20-43BA-BBD4-4E5979E49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  <p:sp>
        <p:nvSpPr>
          <p:cNvPr id="12" name="文字版面配置區 4">
            <a:extLst>
              <a:ext uri="{FF2B5EF4-FFF2-40B4-BE49-F238E27FC236}">
                <a16:creationId xmlns:a16="http://schemas.microsoft.com/office/drawing/2014/main" id="{BFB1CB2F-4591-4435-8702-8944347B4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42" y="1614488"/>
            <a:ext cx="6169908" cy="966788"/>
          </a:xfrm>
        </p:spPr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altLang="zh-TW" sz="1600" dirty="0"/>
              <a:t>Socket can be turn off when RT and turn on in FT.</a:t>
            </a:r>
          </a:p>
        </p:txBody>
      </p:sp>
      <p:pic>
        <p:nvPicPr>
          <p:cNvPr id="8" name="內容版面配置區 3">
            <a:extLst>
              <a:ext uri="{FF2B5EF4-FFF2-40B4-BE49-F238E27FC236}">
                <a16:creationId xmlns:a16="http://schemas.microsoft.com/office/drawing/2014/main" id="{45186205-AD54-4639-8757-1533F9EE9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10844" y="2072033"/>
            <a:ext cx="3770312" cy="121920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D97996-4999-498B-B4A9-48901C18B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001755"/>
              </p:ext>
            </p:extLst>
          </p:nvPr>
        </p:nvGraphicFramePr>
        <p:xfrm>
          <a:off x="1108572" y="3566768"/>
          <a:ext cx="10317755" cy="2400304"/>
        </p:xfrm>
        <a:graphic>
          <a:graphicData uri="http://schemas.openxmlformats.org/drawingml/2006/table">
            <a:tbl>
              <a:tblPr/>
              <a:tblGrid>
                <a:gridCol w="2735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1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6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Auto Head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Compare to the head has best yield, if lower than setting rate, the site by such head will be close.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6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Auto Socket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Compare to the socket has best yield, if lower than setting rate, the site will be close.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6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Manual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User can select which head or site to close.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896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Correction QTY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CBDB390B-0B20-43BA-BBD4-4E5979E49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  <p:sp>
        <p:nvSpPr>
          <p:cNvPr id="12" name="文字版面配置區 4">
            <a:extLst>
              <a:ext uri="{FF2B5EF4-FFF2-40B4-BE49-F238E27FC236}">
                <a16:creationId xmlns:a16="http://schemas.microsoft.com/office/drawing/2014/main" id="{BFB1CB2F-4591-4435-8702-8944347B4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41" y="1614488"/>
            <a:ext cx="8465433" cy="408196"/>
          </a:xfrm>
        </p:spPr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altLang="zh-TW" sz="1600" dirty="0"/>
              <a:t>You can use the user fix tool to correction the quantity when number is not match.</a:t>
            </a:r>
          </a:p>
        </p:txBody>
      </p:sp>
      <p:pic>
        <p:nvPicPr>
          <p:cNvPr id="8" name="圖片 2">
            <a:extLst>
              <a:ext uri="{FF2B5EF4-FFF2-40B4-BE49-F238E27FC236}">
                <a16:creationId xmlns:a16="http://schemas.microsoft.com/office/drawing/2014/main" id="{F8FDDA3B-0C64-408A-BCB3-2613208F7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-177"/>
          <a:stretch>
            <a:fillRect/>
          </a:stretch>
        </p:blipFill>
        <p:spPr bwMode="auto">
          <a:xfrm>
            <a:off x="1236663" y="1954506"/>
            <a:ext cx="4454696" cy="420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圖說文字: 直線 8">
            <a:extLst>
              <a:ext uri="{FF2B5EF4-FFF2-40B4-BE49-F238E27FC236}">
                <a16:creationId xmlns:a16="http://schemas.microsoft.com/office/drawing/2014/main" id="{160E15CF-57D9-41A8-89E2-52843D9581A7}"/>
              </a:ext>
            </a:extLst>
          </p:cNvPr>
          <p:cNvSpPr/>
          <p:nvPr/>
        </p:nvSpPr>
        <p:spPr>
          <a:xfrm>
            <a:off x="6500643" y="4295775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145412"/>
              <a:gd name="adj4" fmla="val -49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Input count need to RT.</a:t>
            </a:r>
          </a:p>
        </p:txBody>
      </p:sp>
      <p:sp>
        <p:nvSpPr>
          <p:cNvPr id="10" name="圖說文字: 直線 9">
            <a:extLst>
              <a:ext uri="{FF2B5EF4-FFF2-40B4-BE49-F238E27FC236}">
                <a16:creationId xmlns:a16="http://schemas.microsoft.com/office/drawing/2014/main" id="{6E706B18-31DA-4853-A155-F4898E1F427A}"/>
              </a:ext>
            </a:extLst>
          </p:cNvPr>
          <p:cNvSpPr/>
          <p:nvPr/>
        </p:nvSpPr>
        <p:spPr>
          <a:xfrm>
            <a:off x="6500643" y="4707255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97025"/>
              <a:gd name="adj4" fmla="val -49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Input count NO need to RT.</a:t>
            </a:r>
          </a:p>
        </p:txBody>
      </p:sp>
      <p:sp>
        <p:nvSpPr>
          <p:cNvPr id="13" name="圖說文字: 直線 12">
            <a:extLst>
              <a:ext uri="{FF2B5EF4-FFF2-40B4-BE49-F238E27FC236}">
                <a16:creationId xmlns:a16="http://schemas.microsoft.com/office/drawing/2014/main" id="{991170E8-2E6D-4A96-97F7-A23962F4F0BB}"/>
              </a:ext>
            </a:extLst>
          </p:cNvPr>
          <p:cNvSpPr/>
          <p:nvPr/>
        </p:nvSpPr>
        <p:spPr>
          <a:xfrm>
            <a:off x="6500643" y="5118735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35735"/>
              <a:gd name="adj4" fmla="val -492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Output count need to RT.</a:t>
            </a:r>
          </a:p>
        </p:txBody>
      </p:sp>
      <p:sp>
        <p:nvSpPr>
          <p:cNvPr id="15" name="圖說文字: 直線 14">
            <a:extLst>
              <a:ext uri="{FF2B5EF4-FFF2-40B4-BE49-F238E27FC236}">
                <a16:creationId xmlns:a16="http://schemas.microsoft.com/office/drawing/2014/main" id="{DDCB4D08-7F7C-4ED7-BE1A-C9F41C51F378}"/>
              </a:ext>
            </a:extLst>
          </p:cNvPr>
          <p:cNvSpPr/>
          <p:nvPr/>
        </p:nvSpPr>
        <p:spPr>
          <a:xfrm>
            <a:off x="6500643" y="5530215"/>
            <a:ext cx="4914901" cy="295276"/>
          </a:xfrm>
          <a:prstGeom prst="borderCallout1">
            <a:avLst>
              <a:gd name="adj1" fmla="val 17360"/>
              <a:gd name="adj2" fmla="val -872"/>
              <a:gd name="adj3" fmla="val -25555"/>
              <a:gd name="adj4" fmla="val -49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Output count NO need to RT.</a:t>
            </a:r>
          </a:p>
        </p:txBody>
      </p:sp>
    </p:spTree>
    <p:extLst>
      <p:ext uri="{BB962C8B-B14F-4D97-AF65-F5344CB8AC3E}">
        <p14:creationId xmlns:p14="http://schemas.microsoft.com/office/powerpoint/2010/main" val="2387011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Software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Correction QTY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CBDB390B-0B20-43BA-BBD4-4E5979E49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"/>
            <a:ext cx="979699" cy="878100"/>
          </a:xfrm>
          <a:prstGeom prst="rect">
            <a:avLst/>
          </a:prstGeom>
        </p:spPr>
      </p:pic>
      <p:sp>
        <p:nvSpPr>
          <p:cNvPr id="12" name="文字版面配置區 4">
            <a:extLst>
              <a:ext uri="{FF2B5EF4-FFF2-40B4-BE49-F238E27FC236}">
                <a16:creationId xmlns:a16="http://schemas.microsoft.com/office/drawing/2014/main" id="{BFB1CB2F-4591-4435-8702-8944347B4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41" y="1614488"/>
            <a:ext cx="8465433" cy="408196"/>
          </a:xfrm>
        </p:spPr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altLang="zh-TW" sz="1600" dirty="0"/>
              <a:t>You can try the formula in excel to know how correction works.</a:t>
            </a:r>
          </a:p>
        </p:txBody>
      </p:sp>
      <p:graphicFrame>
        <p:nvGraphicFramePr>
          <p:cNvPr id="11" name="物件 4">
            <a:extLst>
              <a:ext uri="{FF2B5EF4-FFF2-40B4-BE49-F238E27FC236}">
                <a16:creationId xmlns:a16="http://schemas.microsoft.com/office/drawing/2014/main" id="{8BFB8C6B-14C3-4E01-B8D2-8332CB7F4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319851"/>
              </p:ext>
            </p:extLst>
          </p:nvPr>
        </p:nvGraphicFramePr>
        <p:xfrm>
          <a:off x="1558925" y="2022684"/>
          <a:ext cx="8867775" cy="434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Worksheet" r:id="rId4" imgW="8867609" imgH="3838300" progId="Excel.Sheet.8">
                  <p:embed/>
                </p:oleObj>
              </mc:Choice>
              <mc:Fallback>
                <p:oleObj name="Worksheet" r:id="rId4" imgW="8867609" imgH="3838300" progId="Excel.Sheet.8">
                  <p:embed/>
                  <p:pic>
                    <p:nvPicPr>
                      <p:cNvPr id="29699" name="物件 4">
                        <a:extLst>
                          <a:ext uri="{FF2B5EF4-FFF2-40B4-BE49-F238E27FC236}">
                            <a16:creationId xmlns:a16="http://schemas.microsoft.com/office/drawing/2014/main" id="{6655E65A-68D8-470B-8402-47F3E632BE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2022684"/>
                        <a:ext cx="8867775" cy="4349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635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New GPIB Bin Type</a:t>
            </a:r>
          </a:p>
        </p:txBody>
      </p:sp>
      <p:sp>
        <p:nvSpPr>
          <p:cNvPr id="12" name="文字版面配置區 4">
            <a:extLst>
              <a:ext uri="{FF2B5EF4-FFF2-40B4-BE49-F238E27FC236}">
                <a16:creationId xmlns:a16="http://schemas.microsoft.com/office/drawing/2014/main" id="{BFB1CB2F-4591-4435-8702-8944347B4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41" y="1614488"/>
            <a:ext cx="8465433" cy="408196"/>
          </a:xfrm>
        </p:spPr>
        <p:txBody>
          <a:bodyPr>
            <a:normAutofit fontScale="92500"/>
          </a:bodyPr>
          <a:lstStyle/>
          <a:p>
            <a:pPr marL="171450" indent="-171450">
              <a:buFontTx/>
              <a:buChar char="-"/>
            </a:pPr>
            <a:r>
              <a:rPr lang="en-US" altLang="zh-TW" sz="1600" dirty="0"/>
              <a:t>We add 16 bin GS and 32 bin GS in GPIB test type. You can change mode in Test IF panel.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982EE45C-55E3-438A-B0B4-8A9B16DFA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954506"/>
            <a:ext cx="5551487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9892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543" y="1206292"/>
            <a:ext cx="4560182" cy="408196"/>
          </a:xfrm>
        </p:spPr>
        <p:txBody>
          <a:bodyPr/>
          <a:lstStyle/>
          <a:p>
            <a:r>
              <a:rPr lang="en-US" altLang="zh-TW" dirty="0"/>
              <a:t>New Test Mode</a:t>
            </a:r>
          </a:p>
        </p:txBody>
      </p:sp>
      <p:sp>
        <p:nvSpPr>
          <p:cNvPr id="12" name="文字版面配置區 4">
            <a:extLst>
              <a:ext uri="{FF2B5EF4-FFF2-40B4-BE49-F238E27FC236}">
                <a16:creationId xmlns:a16="http://schemas.microsoft.com/office/drawing/2014/main" id="{BFB1CB2F-4591-4435-8702-8944347B46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541" y="1614488"/>
            <a:ext cx="10675234" cy="334139"/>
          </a:xfrm>
        </p:spPr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altLang="zh-TW" sz="1600" dirty="0"/>
              <a:t>The bin mapping and BINON command of General Type, 16 bin GS and 32 bin GS are as the table below.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內容版面配置區 5">
            <a:extLst>
              <a:ext uri="{FF2B5EF4-FFF2-40B4-BE49-F238E27FC236}">
                <a16:creationId xmlns:a16="http://schemas.microsoft.com/office/drawing/2014/main" id="{8E8BA46B-6E5E-4A59-ABDF-7BB95960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46424" y="3288010"/>
            <a:ext cx="5416550" cy="2966513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04E421-A416-4436-AB9F-19AA9E69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77648"/>
              </p:ext>
            </p:extLst>
          </p:nvPr>
        </p:nvGraphicFramePr>
        <p:xfrm>
          <a:off x="651371" y="1954506"/>
          <a:ext cx="10317755" cy="1333504"/>
        </p:xfrm>
        <a:graphic>
          <a:graphicData uri="http://schemas.openxmlformats.org/drawingml/2006/table">
            <a:tbl>
              <a:tblPr/>
              <a:tblGrid>
                <a:gridCol w="2735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1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Mode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GPIB BINON command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6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General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BINON:00000000,00000000,00000000,FEDC4321;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6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16 Bin GS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pt-BR" altLang="zh-TW" dirty="0"/>
                        <a:t>BINON:A,A,A,A,A,A,A,A,A,A,A,A,A,A,A,A,A,A,A,A,A,A,A,A,G,F,E,D,4,3,2,1;</a:t>
                      </a:r>
                      <a:endParaRPr lang="en-US" altLang="zh-TW" dirty="0"/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6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32 Bin GS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sz="1800" dirty="0"/>
                        <a:t>BINON:A,A,A,A,A,A,A,A,A,A,A,A,A,A,A,A,A,A,A,A,A,A,A,A,10,F,E,D,4,3,2,1;</a:t>
                      </a:r>
                      <a:endParaRPr lang="en-US" altLang="zh-TW" dirty="0"/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06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14331" y="860395"/>
            <a:ext cx="2839539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General Flow of 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62076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71315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18257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18257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205861" y="1522592"/>
            <a:ext cx="0" cy="48698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073176" y="1522592"/>
            <a:ext cx="9480" cy="48698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1636133"/>
            <a:ext cx="11752913" cy="5005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Initial Lot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52654" y="172983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 Info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205861" y="189440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A59B8D1-8BFB-4941-B618-4E4D07E430B6}"/>
              </a:ext>
            </a:extLst>
          </p:cNvPr>
          <p:cNvSpPr/>
          <p:nvPr/>
        </p:nvSpPr>
        <p:spPr>
          <a:xfrm>
            <a:off x="329068" y="2519773"/>
            <a:ext cx="11752913" cy="15237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FT Lot End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1" y="2581483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Request FT lot End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344750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B2BB1D02-F772-44DF-8158-8F19D9D73796}"/>
              </a:ext>
            </a:extLst>
          </p:cNvPr>
          <p:cNvSpPr/>
          <p:nvPr/>
        </p:nvSpPr>
        <p:spPr>
          <a:xfrm>
            <a:off x="8552654" y="2872790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Print Summary</a:t>
            </a:r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28293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RT Start</a:t>
            </a:r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7238C8-FE76-40F2-B0FD-DC6B7448B57B}"/>
              </a:ext>
            </a:extLst>
          </p:cNvPr>
          <p:cNvSpPr/>
          <p:nvPr/>
        </p:nvSpPr>
        <p:spPr>
          <a:xfrm>
            <a:off x="3675861" y="359242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Auto Move RT Tray to Loader</a:t>
            </a: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1" y="2746057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15F96F2-F79B-4207-831A-D57514F12E8A}"/>
              </a:ext>
            </a:extLst>
          </p:cNvPr>
          <p:cNvSpPr/>
          <p:nvPr/>
        </p:nvSpPr>
        <p:spPr>
          <a:xfrm>
            <a:off x="335559" y="2140311"/>
            <a:ext cx="11752913" cy="37834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Doing FT test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0D0D9E9C-851B-4D20-BA1C-36C3821400D4}"/>
              </a:ext>
            </a:extLst>
          </p:cNvPr>
          <p:cNvSpPr/>
          <p:nvPr/>
        </p:nvSpPr>
        <p:spPr>
          <a:xfrm>
            <a:off x="329067" y="4417816"/>
            <a:ext cx="11752913" cy="18194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RT Lot End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35559" y="4039472"/>
            <a:ext cx="11752913" cy="37834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Doing RT test</a:t>
            </a:r>
          </a:p>
        </p:txBody>
      </p:sp>
      <p:sp>
        <p:nvSpPr>
          <p:cNvPr id="56" name="菱形 55">
            <a:extLst>
              <a:ext uri="{FF2B5EF4-FFF2-40B4-BE49-F238E27FC236}">
                <a16:creationId xmlns:a16="http://schemas.microsoft.com/office/drawing/2014/main" id="{7FE0A1DC-5AAD-47B0-918E-CD963B161D4B}"/>
              </a:ext>
            </a:extLst>
          </p:cNvPr>
          <p:cNvSpPr/>
          <p:nvPr/>
        </p:nvSpPr>
        <p:spPr>
          <a:xfrm>
            <a:off x="3675861" y="4531827"/>
            <a:ext cx="3060000" cy="26031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Need RT?</a:t>
            </a:r>
            <a:endParaRPr lang="zh-TW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F1138AC-EF3D-4EA0-8C55-579323AEBA75}"/>
              </a:ext>
            </a:extLst>
          </p:cNvPr>
          <p:cNvSpPr/>
          <p:nvPr/>
        </p:nvSpPr>
        <p:spPr>
          <a:xfrm>
            <a:off x="3675861" y="5057010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Request Final Lot End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361FB16-0C4C-4A84-AAB1-50ADF15ACFCA}"/>
              </a:ext>
            </a:extLst>
          </p:cNvPr>
          <p:cNvSpPr/>
          <p:nvPr/>
        </p:nvSpPr>
        <p:spPr>
          <a:xfrm>
            <a:off x="8552655" y="5404627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Print Summary</a:t>
            </a:r>
            <a:endParaRPr lang="zh-TW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15F4DDF-0528-49DC-A551-EAE39525A030}"/>
              </a:ext>
            </a:extLst>
          </p:cNvPr>
          <p:cNvSpPr/>
          <p:nvPr/>
        </p:nvSpPr>
        <p:spPr>
          <a:xfrm>
            <a:off x="8552655" y="581477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 End</a:t>
            </a:r>
            <a:endParaRPr lang="zh-TW" altLang="en-US" dirty="0"/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64263C35-CB57-4ECB-84CD-9E3E34A5DEDE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735861" y="5221584"/>
            <a:ext cx="3346795" cy="3559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E0C8298E-EE0A-4F08-A09A-E6F305A5399A}"/>
              </a:ext>
            </a:extLst>
          </p:cNvPr>
          <p:cNvCxnSpPr>
            <a:stCxn id="56" idx="1"/>
            <a:endCxn id="27" idx="1"/>
          </p:cNvCxnSpPr>
          <p:nvPr/>
        </p:nvCxnSpPr>
        <p:spPr>
          <a:xfrm rot="10800000">
            <a:off x="3675861" y="2746058"/>
            <a:ext cx="12700" cy="1915927"/>
          </a:xfrm>
          <a:prstGeom prst="bentConnector3">
            <a:avLst>
              <a:gd name="adj1" fmla="val 5100000"/>
            </a:avLst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版面配置區 4">
            <a:extLst>
              <a:ext uri="{FF2B5EF4-FFF2-40B4-BE49-F238E27FC236}">
                <a16:creationId xmlns:a16="http://schemas.microsoft.com/office/drawing/2014/main" id="{A013F15F-DCCB-4538-8E46-CD1AA304FB6D}"/>
              </a:ext>
            </a:extLst>
          </p:cNvPr>
          <p:cNvSpPr txBox="1">
            <a:spLocks/>
          </p:cNvSpPr>
          <p:nvPr/>
        </p:nvSpPr>
        <p:spPr>
          <a:xfrm>
            <a:off x="2506076" y="4622131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Yes</a:t>
            </a:r>
          </a:p>
        </p:txBody>
      </p:sp>
      <p:sp>
        <p:nvSpPr>
          <p:cNvPr id="67" name="文字版面配置區 4">
            <a:extLst>
              <a:ext uri="{FF2B5EF4-FFF2-40B4-BE49-F238E27FC236}">
                <a16:creationId xmlns:a16="http://schemas.microsoft.com/office/drawing/2014/main" id="{139DF7D3-CC40-4E51-B210-B0A58423ED9D}"/>
              </a:ext>
            </a:extLst>
          </p:cNvPr>
          <p:cNvSpPr txBox="1">
            <a:spLocks/>
          </p:cNvSpPr>
          <p:nvPr/>
        </p:nvSpPr>
        <p:spPr>
          <a:xfrm>
            <a:off x="5205861" y="4792140"/>
            <a:ext cx="742164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467124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29577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Initial Tester Connection of 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30468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Tester Connect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52654" y="285378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FR?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205861" y="301835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1" y="3276808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FR0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142834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978260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DL 0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1" y="3441382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29067" y="5221867"/>
            <a:ext cx="11752913" cy="92297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Lot Information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5205861" y="480409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8552654" y="463952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SRQMASK FF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8276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Initial Lot Information of 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30468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</a:rPr>
              <a:t>Initial Lot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52654" y="251088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LOTCLEAR?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205861" y="267545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1" y="2933908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LOTCLEARED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3692839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528265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INPUTQTY NN,XX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1" y="3098482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29067" y="5221867"/>
            <a:ext cx="11752913" cy="92297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FT Lot Start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35860" y="4283817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75860" y="4119243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SETTINGOK / SETTINGNG</a:t>
            </a:r>
            <a:endParaRPr lang="zh-TW" altLang="en-US" dirty="0"/>
          </a:p>
        </p:txBody>
      </p:sp>
      <p:sp>
        <p:nvSpPr>
          <p:cNvPr id="25" name="菱形 24">
            <a:extLst>
              <a:ext uri="{FF2B5EF4-FFF2-40B4-BE49-F238E27FC236}">
                <a16:creationId xmlns:a16="http://schemas.microsoft.com/office/drawing/2014/main" id="{7D9173FE-A9B7-4884-A401-0F4C34D97438}"/>
              </a:ext>
            </a:extLst>
          </p:cNvPr>
          <p:cNvSpPr/>
          <p:nvPr/>
        </p:nvSpPr>
        <p:spPr>
          <a:xfrm>
            <a:off x="8552654" y="4375298"/>
            <a:ext cx="3060000" cy="7110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Got SETTINGOK?</a:t>
            </a:r>
            <a:endParaRPr lang="zh-TW" altLang="en-US" dirty="0"/>
          </a:p>
        </p:txBody>
      </p:sp>
      <p:sp>
        <p:nvSpPr>
          <p:cNvPr id="26" name="文字版面配置區 4">
            <a:extLst>
              <a:ext uri="{FF2B5EF4-FFF2-40B4-BE49-F238E27FC236}">
                <a16:creationId xmlns:a16="http://schemas.microsoft.com/office/drawing/2014/main" id="{984A1740-4DF2-4BA4-84D2-7662C15A2A0A}"/>
              </a:ext>
            </a:extLst>
          </p:cNvPr>
          <p:cNvSpPr txBox="1">
            <a:spLocks/>
          </p:cNvSpPr>
          <p:nvPr/>
        </p:nvSpPr>
        <p:spPr>
          <a:xfrm>
            <a:off x="9002176" y="4958255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Yes</a:t>
            </a:r>
          </a:p>
        </p:txBody>
      </p:sp>
      <p:sp>
        <p:nvSpPr>
          <p:cNvPr id="29" name="文字版面配置區 4">
            <a:extLst>
              <a:ext uri="{FF2B5EF4-FFF2-40B4-BE49-F238E27FC236}">
                <a16:creationId xmlns:a16="http://schemas.microsoft.com/office/drawing/2014/main" id="{418F7B8E-A12B-480E-A1E9-5DC4927E4382}"/>
              </a:ext>
            </a:extLst>
          </p:cNvPr>
          <p:cNvSpPr txBox="1">
            <a:spLocks/>
          </p:cNvSpPr>
          <p:nvPr/>
        </p:nvSpPr>
        <p:spPr>
          <a:xfrm>
            <a:off x="11449836" y="4795640"/>
            <a:ext cx="742164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No</a:t>
            </a:r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ACC881D7-6290-4B08-B7CC-F23A9A80033E}"/>
              </a:ext>
            </a:extLst>
          </p:cNvPr>
          <p:cNvCxnSpPr>
            <a:cxnSpLocks/>
            <a:stCxn id="25" idx="3"/>
            <a:endCxn id="30" idx="3"/>
          </p:cNvCxnSpPr>
          <p:nvPr/>
        </p:nvCxnSpPr>
        <p:spPr>
          <a:xfrm flipV="1">
            <a:off x="11612654" y="3692839"/>
            <a:ext cx="12700" cy="1037985"/>
          </a:xfrm>
          <a:prstGeom prst="bentConnector3">
            <a:avLst>
              <a:gd name="adj1" fmla="val 1800000"/>
            </a:avLst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圖說文字: 直線 32">
            <a:extLst>
              <a:ext uri="{FF2B5EF4-FFF2-40B4-BE49-F238E27FC236}">
                <a16:creationId xmlns:a16="http://schemas.microsoft.com/office/drawing/2014/main" id="{B67F241D-B9EA-423A-8E8C-6BCF8B6C577E}"/>
              </a:ext>
            </a:extLst>
          </p:cNvPr>
          <p:cNvSpPr/>
          <p:nvPr/>
        </p:nvSpPr>
        <p:spPr>
          <a:xfrm>
            <a:off x="564719" y="3409950"/>
            <a:ext cx="2724170" cy="1000257"/>
          </a:xfrm>
          <a:prstGeom prst="borderCallout1">
            <a:avLst>
              <a:gd name="adj1" fmla="val 20586"/>
              <a:gd name="adj2" fmla="val 100678"/>
              <a:gd name="adj3" fmla="val 31150"/>
              <a:gd name="adj4" fmla="val 16769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NN : Lot IC count.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XX : Lot ID</a:t>
            </a:r>
          </a:p>
        </p:txBody>
      </p:sp>
    </p:spTree>
    <p:extLst>
      <p:ext uri="{BB962C8B-B14F-4D97-AF65-F5344CB8AC3E}">
        <p14:creationId xmlns:p14="http://schemas.microsoft.com/office/powerpoint/2010/main" val="529195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FT Lot Start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22409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rPr>
              <a:t>FT Lot Start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36685" y="285325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89892" y="301782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0" y="2406829"/>
            <a:ext cx="3060000" cy="3291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 0xC0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06781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90324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LOTORDER 0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0" y="2571403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29067" y="5221867"/>
            <a:ext cx="11752913" cy="92297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Lot End Flow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35860" y="3628823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75860" y="3464249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 2</a:t>
            </a:r>
            <a:endParaRPr lang="zh-TW" altLang="en-US" dirty="0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F8E9232-B02F-4410-9B40-E843889A5061}"/>
              </a:ext>
            </a:extLst>
          </p:cNvPr>
          <p:cNvSpPr/>
          <p:nvPr/>
        </p:nvSpPr>
        <p:spPr>
          <a:xfrm>
            <a:off x="329067" y="4412609"/>
            <a:ext cx="11752913" cy="80753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34" name="圖說文字: 直線 33">
            <a:extLst>
              <a:ext uri="{FF2B5EF4-FFF2-40B4-BE49-F238E27FC236}">
                <a16:creationId xmlns:a16="http://schemas.microsoft.com/office/drawing/2014/main" id="{2A5E3821-7674-4DDF-AAA3-D8DCD94357EC}"/>
              </a:ext>
            </a:extLst>
          </p:cNvPr>
          <p:cNvSpPr/>
          <p:nvPr/>
        </p:nvSpPr>
        <p:spPr>
          <a:xfrm>
            <a:off x="512951" y="3695700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94951"/>
              <a:gd name="adj4" fmla="val 17223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Tester is ready for testing.</a:t>
            </a:r>
          </a:p>
        </p:txBody>
      </p:sp>
      <p:sp>
        <p:nvSpPr>
          <p:cNvPr id="35" name="圖說文字: 直線 34">
            <a:extLst>
              <a:ext uri="{FF2B5EF4-FFF2-40B4-BE49-F238E27FC236}">
                <a16:creationId xmlns:a16="http://schemas.microsoft.com/office/drawing/2014/main" id="{64523AE2-95F8-43F7-9DF3-853FD44B9193}"/>
              </a:ext>
            </a:extLst>
          </p:cNvPr>
          <p:cNvSpPr/>
          <p:nvPr/>
        </p:nvSpPr>
        <p:spPr>
          <a:xfrm>
            <a:off x="512951" y="2959805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137984"/>
              <a:gd name="adj4" fmla="val 11349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2 : First time lot start</a:t>
            </a:r>
          </a:p>
        </p:txBody>
      </p:sp>
    </p:spTree>
    <p:extLst>
      <p:ext uri="{BB962C8B-B14F-4D97-AF65-F5344CB8AC3E}">
        <p14:creationId xmlns:p14="http://schemas.microsoft.com/office/powerpoint/2010/main" val="3928061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Lot End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908608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001006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470421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470421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1810439"/>
            <a:ext cx="1" cy="38504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1810439"/>
            <a:ext cx="6491" cy="38504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1902836"/>
            <a:ext cx="11752913" cy="332879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rPr>
              <a:t>Lot End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36685" y="2391857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89892" y="2556431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0" y="2012546"/>
            <a:ext cx="3060000" cy="3291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 0xC0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218818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4054244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LOTRETESTCLEAR?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0" y="2177120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2895600" y="5535850"/>
            <a:ext cx="9186380" cy="62169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RT Lot Start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26383" y="3834561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66383" y="3669987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 8</a:t>
            </a:r>
            <a:endParaRPr lang="zh-TW" altLang="en-US" dirty="0"/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D65E0369-1231-4289-84C0-192A9BFAF961}"/>
              </a:ext>
            </a:extLst>
          </p:cNvPr>
          <p:cNvSpPr/>
          <p:nvPr/>
        </p:nvSpPr>
        <p:spPr>
          <a:xfrm>
            <a:off x="3675860" y="2734510"/>
            <a:ext cx="3060000" cy="71105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Need RT?</a:t>
            </a:r>
            <a:endParaRPr lang="zh-TW" altLang="en-US" dirty="0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4407A538-7A43-4723-8FBF-D009A5252F81}"/>
              </a:ext>
            </a:extLst>
          </p:cNvPr>
          <p:cNvSpPr/>
          <p:nvPr/>
        </p:nvSpPr>
        <p:spPr>
          <a:xfrm>
            <a:off x="329067" y="5231630"/>
            <a:ext cx="2566533" cy="92591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Final Lot End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64D390B-6C01-4B7F-8DEB-4F9CABD90391}"/>
              </a:ext>
            </a:extLst>
          </p:cNvPr>
          <p:cNvSpPr/>
          <p:nvPr/>
        </p:nvSpPr>
        <p:spPr>
          <a:xfrm>
            <a:off x="2323783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版面配置區 4">
            <a:extLst>
              <a:ext uri="{FF2B5EF4-FFF2-40B4-BE49-F238E27FC236}">
                <a16:creationId xmlns:a16="http://schemas.microsoft.com/office/drawing/2014/main" id="{740E2639-D98C-402B-8E30-B0513DE768C0}"/>
              </a:ext>
            </a:extLst>
          </p:cNvPr>
          <p:cNvSpPr txBox="1">
            <a:spLocks/>
          </p:cNvSpPr>
          <p:nvPr/>
        </p:nvSpPr>
        <p:spPr>
          <a:xfrm>
            <a:off x="4330523" y="3374465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Yes</a:t>
            </a:r>
          </a:p>
        </p:txBody>
      </p:sp>
      <p:sp>
        <p:nvSpPr>
          <p:cNvPr id="36" name="文字版面配置區 4">
            <a:extLst>
              <a:ext uri="{FF2B5EF4-FFF2-40B4-BE49-F238E27FC236}">
                <a16:creationId xmlns:a16="http://schemas.microsoft.com/office/drawing/2014/main" id="{83AB59E3-113D-4D86-ADDB-13E96D6D2FF5}"/>
              </a:ext>
            </a:extLst>
          </p:cNvPr>
          <p:cNvSpPr txBox="1">
            <a:spLocks/>
          </p:cNvSpPr>
          <p:nvPr/>
        </p:nvSpPr>
        <p:spPr>
          <a:xfrm>
            <a:off x="3017985" y="2798561"/>
            <a:ext cx="742164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No</a:t>
            </a:r>
          </a:p>
        </p:txBody>
      </p: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A1D406EC-A9DF-403F-8BD9-7370824DC45E}"/>
              </a:ext>
            </a:extLst>
          </p:cNvPr>
          <p:cNvCxnSpPr>
            <a:cxnSpLocks/>
            <a:stCxn id="26" idx="1"/>
            <a:endCxn id="31" idx="0"/>
          </p:cNvCxnSpPr>
          <p:nvPr/>
        </p:nvCxnSpPr>
        <p:spPr>
          <a:xfrm rot="10800000" flipV="1">
            <a:off x="2543466" y="3090035"/>
            <a:ext cx="1132394" cy="2570823"/>
          </a:xfrm>
          <a:prstGeom prst="bentConnector2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21052163-42BD-479E-B210-CE7166370441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6735860" y="4605538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0F02338-C67F-4BCA-AC1A-174EFA3D3BCF}"/>
              </a:ext>
            </a:extLst>
          </p:cNvPr>
          <p:cNvSpPr/>
          <p:nvPr/>
        </p:nvSpPr>
        <p:spPr>
          <a:xfrm>
            <a:off x="3675860" y="4440964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LOTRETESTCLEARED</a:t>
            </a:r>
            <a:endParaRPr lang="zh-TW" altLang="en-US" dirty="0"/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780A290-562F-4065-B77C-0EB2D947103E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5205861" y="4992258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743C7CDE-AA5E-46B6-85C3-8D1CCF31B80A}"/>
              </a:ext>
            </a:extLst>
          </p:cNvPr>
          <p:cNvSpPr/>
          <p:nvPr/>
        </p:nvSpPr>
        <p:spPr>
          <a:xfrm>
            <a:off x="8552654" y="4827684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LOTORDER 2</a:t>
            </a:r>
            <a:endParaRPr lang="zh-TW" altLang="en-US" dirty="0"/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3426B366-071B-4311-8FFA-C39488698772}"/>
              </a:ext>
            </a:extLst>
          </p:cNvPr>
          <p:cNvSpPr/>
          <p:nvPr/>
        </p:nvSpPr>
        <p:spPr>
          <a:xfrm>
            <a:off x="2895600" y="5231890"/>
            <a:ext cx="9186380" cy="30396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Auto Move RT Tray to Loader</a:t>
            </a:r>
          </a:p>
        </p:txBody>
      </p:sp>
      <p:sp>
        <p:nvSpPr>
          <p:cNvPr id="49" name="圖說文字: 直線 48">
            <a:extLst>
              <a:ext uri="{FF2B5EF4-FFF2-40B4-BE49-F238E27FC236}">
                <a16:creationId xmlns:a16="http://schemas.microsoft.com/office/drawing/2014/main" id="{211DC2FB-2CAE-468C-BA4E-264A0375593A}"/>
              </a:ext>
            </a:extLst>
          </p:cNvPr>
          <p:cNvSpPr/>
          <p:nvPr/>
        </p:nvSpPr>
        <p:spPr>
          <a:xfrm>
            <a:off x="39756" y="3506950"/>
            <a:ext cx="2281963" cy="326074"/>
          </a:xfrm>
          <a:prstGeom prst="borderCallout1">
            <a:avLst>
              <a:gd name="adj1" fmla="val 12253"/>
              <a:gd name="adj2" fmla="val 102095"/>
              <a:gd name="adj3" fmla="val 95355"/>
              <a:gd name="adj4" fmla="val 15577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8 : FT / RT lot end.</a:t>
            </a:r>
          </a:p>
        </p:txBody>
      </p:sp>
      <p:sp>
        <p:nvSpPr>
          <p:cNvPr id="50" name="圖說文字: 直線 49">
            <a:extLst>
              <a:ext uri="{FF2B5EF4-FFF2-40B4-BE49-F238E27FC236}">
                <a16:creationId xmlns:a16="http://schemas.microsoft.com/office/drawing/2014/main" id="{A2D425B7-B050-4A56-BCD3-BA1D2ABB8382}"/>
              </a:ext>
            </a:extLst>
          </p:cNvPr>
          <p:cNvSpPr/>
          <p:nvPr/>
        </p:nvSpPr>
        <p:spPr>
          <a:xfrm>
            <a:off x="72331" y="4690942"/>
            <a:ext cx="2281963" cy="326074"/>
          </a:xfrm>
          <a:prstGeom prst="borderCallout1">
            <a:avLst>
              <a:gd name="adj1" fmla="val 12253"/>
              <a:gd name="adj2" fmla="val 102095"/>
              <a:gd name="adj3" fmla="val 90210"/>
              <a:gd name="adj4" fmla="val 22267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2 : Print summary.</a:t>
            </a:r>
          </a:p>
        </p:txBody>
      </p:sp>
    </p:spTree>
    <p:extLst>
      <p:ext uri="{BB962C8B-B14F-4D97-AF65-F5344CB8AC3E}">
        <p14:creationId xmlns:p14="http://schemas.microsoft.com/office/powerpoint/2010/main" val="809366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RT Lot Start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  <a:endCxn id="37" idx="0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22409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rPr>
              <a:t>RT Lot Start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36685" y="285325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89892" y="301782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0" y="2406829"/>
            <a:ext cx="3060000" cy="3291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 0xC0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06781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90324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LOTORDER 0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0" y="2571403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BEDDAA13-EAEC-4A62-BC5E-5CA4BD661BAD}"/>
              </a:ext>
            </a:extLst>
          </p:cNvPr>
          <p:cNvSpPr/>
          <p:nvPr/>
        </p:nvSpPr>
        <p:spPr>
          <a:xfrm>
            <a:off x="329067" y="5221867"/>
            <a:ext cx="11752913" cy="92297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Go to Lot End Flow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7942BF8-E0F3-487F-B402-4204F0B5A8AA}"/>
              </a:ext>
            </a:extLst>
          </p:cNvPr>
          <p:cNvSpPr/>
          <p:nvPr/>
        </p:nvSpPr>
        <p:spPr>
          <a:xfrm>
            <a:off x="4986177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97E7C092-38E4-4A50-B448-102C0E2B4034}"/>
              </a:ext>
            </a:extLst>
          </p:cNvPr>
          <p:cNvSpPr/>
          <p:nvPr/>
        </p:nvSpPr>
        <p:spPr>
          <a:xfrm>
            <a:off x="9847002" y="5660859"/>
            <a:ext cx="439366" cy="439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35860" y="3628823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75860" y="3464249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 4</a:t>
            </a:r>
            <a:endParaRPr lang="zh-TW" altLang="en-US" dirty="0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F8E9232-B02F-4410-9B40-E843889A5061}"/>
              </a:ext>
            </a:extLst>
          </p:cNvPr>
          <p:cNvSpPr/>
          <p:nvPr/>
        </p:nvSpPr>
        <p:spPr>
          <a:xfrm>
            <a:off x="329067" y="4412609"/>
            <a:ext cx="11752913" cy="80753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34" name="圖說文字: 直線 33">
            <a:extLst>
              <a:ext uri="{FF2B5EF4-FFF2-40B4-BE49-F238E27FC236}">
                <a16:creationId xmlns:a16="http://schemas.microsoft.com/office/drawing/2014/main" id="{2A5E3821-7674-4DDF-AAA3-D8DCD94357EC}"/>
              </a:ext>
            </a:extLst>
          </p:cNvPr>
          <p:cNvSpPr/>
          <p:nvPr/>
        </p:nvSpPr>
        <p:spPr>
          <a:xfrm>
            <a:off x="512951" y="3695700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94951"/>
              <a:gd name="adj4" fmla="val 17223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Tester is ready for testing.</a:t>
            </a:r>
          </a:p>
        </p:txBody>
      </p:sp>
      <p:sp>
        <p:nvSpPr>
          <p:cNvPr id="35" name="圖說文字: 直線 34">
            <a:extLst>
              <a:ext uri="{FF2B5EF4-FFF2-40B4-BE49-F238E27FC236}">
                <a16:creationId xmlns:a16="http://schemas.microsoft.com/office/drawing/2014/main" id="{64523AE2-95F8-43F7-9DF3-853FD44B9193}"/>
              </a:ext>
            </a:extLst>
          </p:cNvPr>
          <p:cNvSpPr/>
          <p:nvPr/>
        </p:nvSpPr>
        <p:spPr>
          <a:xfrm>
            <a:off x="512951" y="2959805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137984"/>
              <a:gd name="adj4" fmla="val 11349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4 : RT lot start</a:t>
            </a:r>
          </a:p>
        </p:txBody>
      </p:sp>
    </p:spTree>
    <p:extLst>
      <p:ext uri="{BB962C8B-B14F-4D97-AF65-F5344CB8AC3E}">
        <p14:creationId xmlns:p14="http://schemas.microsoft.com/office/powerpoint/2010/main" val="3906120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32376"/>
            <a:ext cx="4124325" cy="408196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</a:rPr>
              <a:t>Final Lot End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ED093D5-C491-4B25-9437-31143BDDF9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  <p:pic>
        <p:nvPicPr>
          <p:cNvPr id="7" name="圖形 6" descr="電腦">
            <a:extLst>
              <a:ext uri="{FF2B5EF4-FFF2-40B4-BE49-F238E27FC236}">
                <a16:creationId xmlns:a16="http://schemas.microsoft.com/office/drawing/2014/main" id="{46C4C2E6-561D-457A-8D3A-EC25AF1CD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3624" y="1135111"/>
            <a:ext cx="719105" cy="70860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BF9095-DE7A-4B03-BFAF-37EF311A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32" y="1227509"/>
            <a:ext cx="942858" cy="523810"/>
          </a:xfrm>
          <a:prstGeom prst="rect">
            <a:avLst/>
          </a:prstGeom>
        </p:spPr>
      </p:pic>
      <p:sp>
        <p:nvSpPr>
          <p:cNvPr id="13" name="文字版面配置區 4">
            <a:extLst>
              <a:ext uri="{FF2B5EF4-FFF2-40B4-BE49-F238E27FC236}">
                <a16:creationId xmlns:a16="http://schemas.microsoft.com/office/drawing/2014/main" id="{E70BB658-23C8-4490-9350-9702FF56D5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3606" y="1696924"/>
            <a:ext cx="1064509" cy="340018"/>
          </a:xfrm>
        </p:spPr>
        <p:txBody>
          <a:bodyPr>
            <a:normAutofit/>
          </a:bodyPr>
          <a:lstStyle/>
          <a:p>
            <a:pPr algn="ctr"/>
            <a:r>
              <a:rPr lang="en-US" altLang="zh-TW" sz="1600" dirty="0"/>
              <a:t>Handler</a:t>
            </a:r>
          </a:p>
        </p:txBody>
      </p:sp>
      <p:sp>
        <p:nvSpPr>
          <p:cNvPr id="15" name="文字版面配置區 4">
            <a:extLst>
              <a:ext uri="{FF2B5EF4-FFF2-40B4-BE49-F238E27FC236}">
                <a16:creationId xmlns:a16="http://schemas.microsoft.com/office/drawing/2014/main" id="{DBEA2ABB-81E5-4DEE-8C1C-990B85E2F988}"/>
              </a:ext>
            </a:extLst>
          </p:cNvPr>
          <p:cNvSpPr txBox="1">
            <a:spLocks/>
          </p:cNvSpPr>
          <p:nvPr/>
        </p:nvSpPr>
        <p:spPr>
          <a:xfrm>
            <a:off x="9540921" y="1696924"/>
            <a:ext cx="1064509" cy="34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/>
              <a:t>Tester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AC6A38C-D71F-421A-B929-277529282849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205860" y="2036942"/>
            <a:ext cx="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CC359B0-58EE-48FA-BE37-3290CD07A5BA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10066685" y="2036942"/>
            <a:ext cx="6491" cy="3623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3E8466D-0DA6-403F-A4B1-A68FFAE08F23}"/>
              </a:ext>
            </a:extLst>
          </p:cNvPr>
          <p:cNvSpPr/>
          <p:nvPr/>
        </p:nvSpPr>
        <p:spPr>
          <a:xfrm>
            <a:off x="335559" y="2169088"/>
            <a:ext cx="11752913" cy="22409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</a:rPr>
              <a:t>Final Lot End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789F6C-87B3-4A84-BBFF-225C25A64DF6}"/>
              </a:ext>
            </a:extLst>
          </p:cNvPr>
          <p:cNvSpPr/>
          <p:nvPr/>
        </p:nvSpPr>
        <p:spPr>
          <a:xfrm>
            <a:off x="8536685" y="285325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SRQKIND?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48C4B4B-FD91-47A6-9375-473AC62598A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89892" y="301782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8CC6345-42FE-42F0-9D96-02B02EB26DB3}"/>
              </a:ext>
            </a:extLst>
          </p:cNvPr>
          <p:cNvSpPr/>
          <p:nvPr/>
        </p:nvSpPr>
        <p:spPr>
          <a:xfrm>
            <a:off x="3675860" y="2406829"/>
            <a:ext cx="3060000" cy="3291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 0xC0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592345F2-DFE0-4BA1-B6B9-D1B2F0050766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5205861" y="4067816"/>
            <a:ext cx="3346793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F03D439-A758-40E8-8015-FA4F8FF36D2B}"/>
              </a:ext>
            </a:extLst>
          </p:cNvPr>
          <p:cNvSpPr/>
          <p:nvPr/>
        </p:nvSpPr>
        <p:spPr>
          <a:xfrm>
            <a:off x="8552654" y="3903242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LOTORDER 2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9714F42-B137-45C5-8745-AB046A5EA681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735860" y="2571403"/>
            <a:ext cx="3330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61224B5-B048-4308-B66A-59E5628905D8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6735860" y="3628823"/>
            <a:ext cx="3337316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D3ADB8-C483-451E-AEB5-5AD91AC36341}"/>
              </a:ext>
            </a:extLst>
          </p:cNvPr>
          <p:cNvSpPr/>
          <p:nvPr/>
        </p:nvSpPr>
        <p:spPr>
          <a:xfrm>
            <a:off x="3675860" y="3464249"/>
            <a:ext cx="3060000" cy="329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SRQKIND 10</a:t>
            </a:r>
            <a:endParaRPr lang="zh-TW" altLang="en-US" dirty="0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F8E9232-B02F-4410-9B40-E843889A5061}"/>
              </a:ext>
            </a:extLst>
          </p:cNvPr>
          <p:cNvSpPr/>
          <p:nvPr/>
        </p:nvSpPr>
        <p:spPr>
          <a:xfrm>
            <a:off x="329067" y="4413378"/>
            <a:ext cx="11752913" cy="807534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Tray Feed and End of ART Flow</a:t>
            </a:r>
          </a:p>
        </p:txBody>
      </p:sp>
      <p:sp>
        <p:nvSpPr>
          <p:cNvPr id="34" name="圖說文字: 直線 33">
            <a:extLst>
              <a:ext uri="{FF2B5EF4-FFF2-40B4-BE49-F238E27FC236}">
                <a16:creationId xmlns:a16="http://schemas.microsoft.com/office/drawing/2014/main" id="{2A5E3821-7674-4DDF-AAA3-D8DCD94357EC}"/>
              </a:ext>
            </a:extLst>
          </p:cNvPr>
          <p:cNvSpPr/>
          <p:nvPr/>
        </p:nvSpPr>
        <p:spPr>
          <a:xfrm>
            <a:off x="512951" y="3695700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94951"/>
              <a:gd name="adj4" fmla="val 17223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2 : Print summary.</a:t>
            </a:r>
          </a:p>
        </p:txBody>
      </p:sp>
      <p:sp>
        <p:nvSpPr>
          <p:cNvPr id="35" name="圖說文字: 直線 34">
            <a:extLst>
              <a:ext uri="{FF2B5EF4-FFF2-40B4-BE49-F238E27FC236}">
                <a16:creationId xmlns:a16="http://schemas.microsoft.com/office/drawing/2014/main" id="{64523AE2-95F8-43F7-9DF3-853FD44B9193}"/>
              </a:ext>
            </a:extLst>
          </p:cNvPr>
          <p:cNvSpPr/>
          <p:nvPr/>
        </p:nvSpPr>
        <p:spPr>
          <a:xfrm>
            <a:off x="512951" y="2959805"/>
            <a:ext cx="2724170" cy="486956"/>
          </a:xfrm>
          <a:prstGeom prst="borderCallout1">
            <a:avLst>
              <a:gd name="adj1" fmla="val 86292"/>
              <a:gd name="adj2" fmla="val 101727"/>
              <a:gd name="adj3" fmla="val 137984"/>
              <a:gd name="adj4" fmla="val 11349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10 : Final RT lot end</a:t>
            </a:r>
          </a:p>
        </p:txBody>
      </p:sp>
    </p:spTree>
    <p:extLst>
      <p:ext uri="{BB962C8B-B14F-4D97-AF65-F5344CB8AC3E}">
        <p14:creationId xmlns:p14="http://schemas.microsoft.com/office/powerpoint/2010/main" val="3304151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9716" y="-1"/>
            <a:ext cx="8334375" cy="866275"/>
          </a:xfrm>
        </p:spPr>
        <p:txBody>
          <a:bodyPr/>
          <a:lstStyle/>
          <a:p>
            <a:r>
              <a:rPr lang="en-US" altLang="zh-TW" dirty="0"/>
              <a:t>Communication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059112"/>
            <a:ext cx="4560182" cy="408196"/>
          </a:xfrm>
        </p:spPr>
        <p:txBody>
          <a:bodyPr/>
          <a:lstStyle/>
          <a:p>
            <a:r>
              <a:rPr lang="en-US" altLang="zh-TW" dirty="0"/>
              <a:t>Command List of ART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D97996-4999-498B-B4A9-48901C18B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164784"/>
              </p:ext>
            </p:extLst>
          </p:nvPr>
        </p:nvGraphicFramePr>
        <p:xfrm>
          <a:off x="104775" y="1526795"/>
          <a:ext cx="11963400" cy="4769230"/>
        </p:xfrm>
        <a:graphic>
          <a:graphicData uri="http://schemas.openxmlformats.org/drawingml/2006/table">
            <a:tbl>
              <a:tblPr/>
              <a:tblGrid>
                <a:gridCol w="189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2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3866">
                  <a:extLst>
                    <a:ext uri="{9D8B030D-6E8A-4147-A177-3AD203B41FA5}">
                      <a16:colId xmlns:a16="http://schemas.microsoft.com/office/drawing/2014/main" val="455823940"/>
                    </a:ext>
                  </a:extLst>
                </a:gridCol>
              </a:tblGrid>
              <a:tr h="3449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Tester Command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</a:rPr>
                        <a:t>Reply by Handler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390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LOTCLEAR?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Request to clear lot data on handler.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LOTCLEARED : all lot data is cleared.</a:t>
                      </a:r>
                    </a:p>
                    <a:p>
                      <a:pPr marL="72000"/>
                      <a:r>
                        <a:rPr lang="en-US" altLang="zh-TW" dirty="0"/>
                        <a:t>SETTINGNG : can not cleat lot data.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835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INPUTQTY NN,XX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Set lot quantity to handler. </a:t>
                      </a:r>
                    </a:p>
                    <a:p>
                      <a:pPr marL="72000"/>
                      <a:r>
                        <a:rPr lang="en-US" altLang="zh-TW" dirty="0"/>
                        <a:t>NN is count of IC in lot.</a:t>
                      </a:r>
                    </a:p>
                    <a:p>
                      <a:pPr marL="72000"/>
                      <a:r>
                        <a:rPr lang="en-US" altLang="zh-TW" dirty="0"/>
                        <a:t>XX is Lot ID.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SETTINGOK : nothing error.</a:t>
                      </a:r>
                    </a:p>
                    <a:p>
                      <a:pPr marL="72000"/>
                      <a:r>
                        <a:rPr lang="en-US" altLang="zh-TW" dirty="0"/>
                        <a:t>SETTINGNG : can not set lot data.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33876"/>
                  </a:ext>
                </a:extLst>
              </a:tr>
              <a:tr h="1357281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SRQKIND ?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Asking handler for running status.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SRQKIND 2 : FT lot start.</a:t>
                      </a:r>
                    </a:p>
                    <a:p>
                      <a:pPr marL="72000"/>
                      <a:r>
                        <a:rPr lang="en-US" altLang="zh-TW" dirty="0"/>
                        <a:t>SRQKIND 4 : RT lot start.</a:t>
                      </a:r>
                    </a:p>
                    <a:p>
                      <a:pPr marL="72000"/>
                      <a:r>
                        <a:rPr lang="en-US" altLang="zh-TW" dirty="0"/>
                        <a:t>SRQKIND 8 : lot end.</a:t>
                      </a:r>
                    </a:p>
                    <a:p>
                      <a:pPr marL="72000"/>
                      <a:r>
                        <a:rPr lang="en-US" altLang="zh-TW" dirty="0"/>
                        <a:t>SRQKIND 10 : final lot end.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32815"/>
                  </a:ext>
                </a:extLst>
              </a:tr>
              <a:tr h="682390"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LOTORDER X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By the SRQKIND command, tester will reply LOTORDER.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dirty="0"/>
                        <a:t>LOTORDER 0 : handler can start running.</a:t>
                      </a:r>
                    </a:p>
                    <a:p>
                      <a:pPr marL="72000"/>
                      <a:r>
                        <a:rPr lang="en-US" altLang="zh-TW" dirty="0"/>
                        <a:t>LORORDER 2 : Reply to perform ART or clean out lot end.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390">
                <a:tc>
                  <a:txBody>
                    <a:bodyPr/>
                    <a:lstStyle/>
                    <a:p>
                      <a:pPr marL="72000"/>
                      <a:r>
                        <a:rPr lang="en-US" altLang="zh-TW" sz="1800" dirty="0"/>
                        <a:t>LOTRETESTCLEAR?</a:t>
                      </a:r>
                      <a:endParaRPr lang="en-US" altLang="zh-TW" dirty="0"/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sz="1800" dirty="0"/>
                        <a:t>Request to clear lot data on handler.</a:t>
                      </a:r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/>
                      <a:r>
                        <a:rPr lang="en-US" altLang="zh-TW" sz="1800" dirty="0"/>
                        <a:t>LOTRETESTCLEARED</a:t>
                      </a:r>
                      <a:r>
                        <a:rPr lang="en-US" altLang="zh-TW" sz="1800" baseline="0" dirty="0"/>
                        <a:t>: all lot data is cleared.</a:t>
                      </a:r>
                    </a:p>
                    <a:p>
                      <a:pPr marL="72000"/>
                      <a:r>
                        <a:rPr lang="en-US" altLang="zh-TW" sz="1800" baseline="0" dirty="0"/>
                        <a:t>SETTINGNG : can not cleat lot data.</a:t>
                      </a:r>
                      <a:endParaRPr lang="en-US" altLang="zh-TW" dirty="0"/>
                    </a:p>
                  </a:txBody>
                  <a:tcPr marL="6096" marR="6096" marT="609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E4CDCCCC-2029-4D41-B951-96358FEBB6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0264" cy="86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26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 you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696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1397</Words>
  <Application>Microsoft Office PowerPoint</Application>
  <PresentationFormat>寬螢幕</PresentationFormat>
  <Paragraphs>276</Paragraphs>
  <Slides>28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40" baseType="lpstr">
      <vt:lpstr>Arial Unicode MS</vt:lpstr>
      <vt:lpstr>Lato Black</vt:lpstr>
      <vt:lpstr>맑은 고딕</vt:lpstr>
      <vt:lpstr>微軟正黑體</vt:lpstr>
      <vt:lpstr>新細明體</vt:lpstr>
      <vt:lpstr>Arial</vt:lpstr>
      <vt:lpstr>Arial Black</vt:lpstr>
      <vt:lpstr>Calibri</vt:lpstr>
      <vt:lpstr>Franklin Gothic Demi</vt:lpstr>
      <vt:lpstr>Helvetica</vt:lpstr>
      <vt:lpstr>Office 佈景主題</vt:lpstr>
      <vt:lpstr>Worksheet</vt:lpstr>
      <vt:lpstr>Auto ReTest Function</vt:lpstr>
      <vt:lpstr>PowerPoint 簡報</vt:lpstr>
      <vt:lpstr>Introduce of ART</vt:lpstr>
      <vt:lpstr>Hardware Modification</vt:lpstr>
      <vt:lpstr>Software Function</vt:lpstr>
      <vt:lpstr>Software Function</vt:lpstr>
      <vt:lpstr>Software Function</vt:lpstr>
      <vt:lpstr>Software Function</vt:lpstr>
      <vt:lpstr>Software Function</vt:lpstr>
      <vt:lpstr>Software Function</vt:lpstr>
      <vt:lpstr>Software Function</vt:lpstr>
      <vt:lpstr>Software Function</vt:lpstr>
      <vt:lpstr>Software Function</vt:lpstr>
      <vt:lpstr>Software Function</vt:lpstr>
      <vt:lpstr>Software Function</vt:lpstr>
      <vt:lpstr>Software Function</vt:lpstr>
      <vt:lpstr>Software Function</vt:lpstr>
      <vt:lpstr>Communication Flow</vt:lpstr>
      <vt:lpstr>Communication Flow</vt:lpstr>
      <vt:lpstr>Communication Flow</vt:lpstr>
      <vt:lpstr>Communication Flow</vt:lpstr>
      <vt:lpstr>Communication Flow</vt:lpstr>
      <vt:lpstr>Communication Flow</vt:lpstr>
      <vt:lpstr>Communication Flow</vt:lpstr>
      <vt:lpstr>Communication Flow</vt:lpstr>
      <vt:lpstr>Communication Flow</vt:lpstr>
      <vt:lpstr>Communication Flow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Scottlin(林楷益)</dc:creator>
  <cp:lastModifiedBy>Steven(周廷瑋3123)</cp:lastModifiedBy>
  <cp:revision>73</cp:revision>
  <dcterms:created xsi:type="dcterms:W3CDTF">2021-08-23T02:02:20Z</dcterms:created>
  <dcterms:modified xsi:type="dcterms:W3CDTF">2022-09-06T05:06:01Z</dcterms:modified>
</cp:coreProperties>
</file>