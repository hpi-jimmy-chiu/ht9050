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322" r:id="rId3"/>
    <p:sldId id="324" r:id="rId4"/>
    <p:sldId id="325" r:id="rId5"/>
    <p:sldId id="326" r:id="rId6"/>
    <p:sldId id="327" r:id="rId7"/>
    <p:sldId id="329" r:id="rId8"/>
    <p:sldId id="330" r:id="rId9"/>
    <p:sldId id="331" r:id="rId10"/>
    <p:sldId id="267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6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3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23"/>
          <p:cNvSpPr>
            <a:spLocks noGrp="1"/>
          </p:cNvSpPr>
          <p:nvPr>
            <p:ph type="title"/>
          </p:nvPr>
        </p:nvSpPr>
        <p:spPr>
          <a:xfrm>
            <a:off x="757237" y="2352676"/>
            <a:ext cx="8853488" cy="1109774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8" name="文字版面配置區 27"/>
          <p:cNvSpPr>
            <a:spLocks noGrp="1"/>
          </p:cNvSpPr>
          <p:nvPr>
            <p:ph type="body" sz="quarter" idx="10"/>
          </p:nvPr>
        </p:nvSpPr>
        <p:spPr>
          <a:xfrm>
            <a:off x="757237" y="3462450"/>
            <a:ext cx="7048500" cy="47137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Lato Black" panose="020F0502020204030203" pitchFamily="34" charset="0"/>
                <a:cs typeface="Lato Black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文字版面配置區 27"/>
          <p:cNvSpPr>
            <a:spLocks noGrp="1"/>
          </p:cNvSpPr>
          <p:nvPr>
            <p:ph type="body" sz="quarter" idx="11" hasCustomPrompt="1"/>
          </p:nvPr>
        </p:nvSpPr>
        <p:spPr>
          <a:xfrm>
            <a:off x="757237" y="5096100"/>
            <a:ext cx="7048500" cy="395399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部門</a:t>
            </a:r>
          </a:p>
        </p:txBody>
      </p:sp>
      <p:sp>
        <p:nvSpPr>
          <p:cNvPr id="6" name="文字版面配置區 27"/>
          <p:cNvSpPr>
            <a:spLocks noGrp="1"/>
          </p:cNvSpPr>
          <p:nvPr>
            <p:ph type="body" sz="quarter" idx="12" hasCustomPrompt="1"/>
          </p:nvPr>
        </p:nvSpPr>
        <p:spPr>
          <a:xfrm>
            <a:off x="757237" y="5552092"/>
            <a:ext cx="7048500" cy="395399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作者</a:t>
            </a: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72" y="366080"/>
            <a:ext cx="3730025" cy="573229"/>
          </a:xfrm>
          <a:prstGeom prst="rect">
            <a:avLst/>
          </a:prstGeom>
        </p:spPr>
      </p:pic>
      <p:sp>
        <p:nvSpPr>
          <p:cNvPr id="7" name="文字版面配置區 27"/>
          <p:cNvSpPr>
            <a:spLocks noGrp="1"/>
          </p:cNvSpPr>
          <p:nvPr>
            <p:ph type="body" sz="quarter" idx="13" hasCustomPrompt="1"/>
          </p:nvPr>
        </p:nvSpPr>
        <p:spPr>
          <a:xfrm>
            <a:off x="10524226" y="5552092"/>
            <a:ext cx="757956" cy="395399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版次</a:t>
            </a:r>
          </a:p>
        </p:txBody>
      </p:sp>
    </p:spTree>
    <p:extLst>
      <p:ext uri="{BB962C8B-B14F-4D97-AF65-F5344CB8AC3E}">
        <p14:creationId xmlns:p14="http://schemas.microsoft.com/office/powerpoint/2010/main" val="279287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27" name="標題 1"/>
          <p:cNvSpPr>
            <a:spLocks noGrp="1"/>
          </p:cNvSpPr>
          <p:nvPr>
            <p:ph type="title"/>
          </p:nvPr>
        </p:nvSpPr>
        <p:spPr>
          <a:xfrm>
            <a:off x="838200" y="182904"/>
            <a:ext cx="8334375" cy="723851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4601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pic>
        <p:nvPicPr>
          <p:cNvPr id="28" name="圖片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3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" name="Group 56">
            <a:extLst>
              <a:ext uri="{FF2B5EF4-FFF2-40B4-BE49-F238E27FC236}">
                <a16:creationId xmlns:a16="http://schemas.microsoft.com/office/drawing/2014/main" id="{CDDDB0E5-C9C9-44D8-BEB8-16A6CA8920CA}"/>
              </a:ext>
            </a:extLst>
          </p:cNvPr>
          <p:cNvGrpSpPr/>
          <p:nvPr userDrawn="1"/>
        </p:nvGrpSpPr>
        <p:grpSpPr>
          <a:xfrm>
            <a:off x="1314484" y="496438"/>
            <a:ext cx="958096" cy="958096"/>
            <a:chOff x="4753009" y="790578"/>
            <a:chExt cx="958096" cy="958096"/>
          </a:xfrm>
        </p:grpSpPr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A1331986-E857-4609-B617-F76377A73F02}"/>
                </a:ext>
              </a:extLst>
            </p:cNvPr>
            <p:cNvSpPr txBox="1"/>
            <p:nvPr/>
          </p:nvSpPr>
          <p:spPr>
            <a:xfrm>
              <a:off x="4753009" y="1008016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Freeform: Shape 44">
              <a:extLst>
                <a:ext uri="{FF2B5EF4-FFF2-40B4-BE49-F238E27FC236}">
                  <a16:creationId xmlns:a16="http://schemas.microsoft.com/office/drawing/2014/main" id="{AD1B7BFE-C7D7-4846-B6EF-E78809137F86}"/>
                </a:ext>
              </a:extLst>
            </p:cNvPr>
            <p:cNvSpPr/>
            <p:nvPr/>
          </p:nvSpPr>
          <p:spPr>
            <a:xfrm>
              <a:off x="4753009" y="790578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4" name="Group 55">
            <a:extLst>
              <a:ext uri="{FF2B5EF4-FFF2-40B4-BE49-F238E27FC236}">
                <a16:creationId xmlns:a16="http://schemas.microsoft.com/office/drawing/2014/main" id="{AB7350D3-4353-45F7-BF03-021199F2298D}"/>
              </a:ext>
            </a:extLst>
          </p:cNvPr>
          <p:cNvGrpSpPr/>
          <p:nvPr userDrawn="1"/>
        </p:nvGrpSpPr>
        <p:grpSpPr>
          <a:xfrm>
            <a:off x="1314484" y="1843588"/>
            <a:ext cx="958096" cy="958096"/>
            <a:chOff x="5276743" y="2230161"/>
            <a:chExt cx="958096" cy="958096"/>
          </a:xfrm>
        </p:grpSpPr>
        <p:sp>
          <p:nvSpPr>
            <p:cNvPr id="36" name="TextBox 26">
              <a:extLst>
                <a:ext uri="{FF2B5EF4-FFF2-40B4-BE49-F238E27FC236}">
                  <a16:creationId xmlns:a16="http://schemas.microsoft.com/office/drawing/2014/main" id="{2FA08F88-D243-4550-8E31-B93DA73D17CE}"/>
                </a:ext>
              </a:extLst>
            </p:cNvPr>
            <p:cNvSpPr txBox="1"/>
            <p:nvPr/>
          </p:nvSpPr>
          <p:spPr>
            <a:xfrm>
              <a:off x="5276743" y="2447599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Freeform: Shape 45">
              <a:extLst>
                <a:ext uri="{FF2B5EF4-FFF2-40B4-BE49-F238E27FC236}">
                  <a16:creationId xmlns:a16="http://schemas.microsoft.com/office/drawing/2014/main" id="{29B487FA-C5D3-415D-9C56-BE12457EB2F4}"/>
                </a:ext>
              </a:extLst>
            </p:cNvPr>
            <p:cNvSpPr/>
            <p:nvPr/>
          </p:nvSpPr>
          <p:spPr>
            <a:xfrm>
              <a:off x="5276743" y="2230161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40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2481243" y="932997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1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481243" y="524767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2" name="文字版面配置區 52"/>
          <p:cNvSpPr>
            <a:spLocks noGrp="1"/>
          </p:cNvSpPr>
          <p:nvPr>
            <p:ph type="body" sz="quarter" idx="15" hasCustomPrompt="1"/>
          </p:nvPr>
        </p:nvSpPr>
        <p:spPr>
          <a:xfrm>
            <a:off x="2481243" y="2251818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3" name="內容版面配置區 2"/>
          <p:cNvSpPr>
            <a:spLocks noGrp="1"/>
          </p:cNvSpPr>
          <p:nvPr>
            <p:ph idx="16" hasCustomPrompt="1"/>
          </p:nvPr>
        </p:nvSpPr>
        <p:spPr>
          <a:xfrm>
            <a:off x="2481243" y="1843588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grpSp>
        <p:nvGrpSpPr>
          <p:cNvPr id="44" name="Group 55">
            <a:extLst>
              <a:ext uri="{FF2B5EF4-FFF2-40B4-BE49-F238E27FC236}">
                <a16:creationId xmlns:a16="http://schemas.microsoft.com/office/drawing/2014/main" id="{AB7350D3-4353-45F7-BF03-021199F2298D}"/>
              </a:ext>
            </a:extLst>
          </p:cNvPr>
          <p:cNvGrpSpPr/>
          <p:nvPr userDrawn="1"/>
        </p:nvGrpSpPr>
        <p:grpSpPr>
          <a:xfrm>
            <a:off x="1314484" y="4377561"/>
            <a:ext cx="958096" cy="958096"/>
            <a:chOff x="5276743" y="2230161"/>
            <a:chExt cx="958096" cy="958096"/>
          </a:xfrm>
        </p:grpSpPr>
        <p:sp>
          <p:nvSpPr>
            <p:cNvPr id="45" name="TextBox 26">
              <a:extLst>
                <a:ext uri="{FF2B5EF4-FFF2-40B4-BE49-F238E27FC236}">
                  <a16:creationId xmlns:a16="http://schemas.microsoft.com/office/drawing/2014/main" id="{2FA08F88-D243-4550-8E31-B93DA73D17CE}"/>
                </a:ext>
              </a:extLst>
            </p:cNvPr>
            <p:cNvSpPr txBox="1"/>
            <p:nvPr/>
          </p:nvSpPr>
          <p:spPr>
            <a:xfrm>
              <a:off x="5276743" y="2447599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</a:t>
              </a:r>
              <a:r>
                <a:rPr lang="en-US" altLang="zh-TW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4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9B487FA-C5D3-415D-9C56-BE12457EB2F4}"/>
                </a:ext>
              </a:extLst>
            </p:cNvPr>
            <p:cNvSpPr/>
            <p:nvPr/>
          </p:nvSpPr>
          <p:spPr>
            <a:xfrm>
              <a:off x="5276743" y="2230161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47" name="文字版面配置區 52"/>
          <p:cNvSpPr>
            <a:spLocks noGrp="1"/>
          </p:cNvSpPr>
          <p:nvPr>
            <p:ph type="body" sz="quarter" idx="17" hasCustomPrompt="1"/>
          </p:nvPr>
        </p:nvSpPr>
        <p:spPr>
          <a:xfrm>
            <a:off x="2481243" y="4785791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8" name="內容版面配置區 2"/>
          <p:cNvSpPr>
            <a:spLocks noGrp="1"/>
          </p:cNvSpPr>
          <p:nvPr>
            <p:ph idx="18" hasCustomPrompt="1"/>
          </p:nvPr>
        </p:nvSpPr>
        <p:spPr>
          <a:xfrm>
            <a:off x="2481243" y="4377561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grpSp>
        <p:nvGrpSpPr>
          <p:cNvPr id="49" name="Group 56">
            <a:extLst>
              <a:ext uri="{FF2B5EF4-FFF2-40B4-BE49-F238E27FC236}">
                <a16:creationId xmlns:a16="http://schemas.microsoft.com/office/drawing/2014/main" id="{CDDDB0E5-C9C9-44D8-BEB8-16A6CA8920CA}"/>
              </a:ext>
            </a:extLst>
          </p:cNvPr>
          <p:cNvGrpSpPr/>
          <p:nvPr userDrawn="1"/>
        </p:nvGrpSpPr>
        <p:grpSpPr>
          <a:xfrm>
            <a:off x="1314484" y="3184158"/>
            <a:ext cx="958096" cy="958096"/>
            <a:chOff x="4753009" y="790578"/>
            <a:chExt cx="958096" cy="958096"/>
          </a:xfrm>
        </p:grpSpPr>
        <p:sp>
          <p:nvSpPr>
            <p:cNvPr id="50" name="TextBox 22">
              <a:extLst>
                <a:ext uri="{FF2B5EF4-FFF2-40B4-BE49-F238E27FC236}">
                  <a16:creationId xmlns:a16="http://schemas.microsoft.com/office/drawing/2014/main" id="{A1331986-E857-4609-B617-F76377A73F02}"/>
                </a:ext>
              </a:extLst>
            </p:cNvPr>
            <p:cNvSpPr txBox="1"/>
            <p:nvPr/>
          </p:nvSpPr>
          <p:spPr>
            <a:xfrm>
              <a:off x="4753009" y="1008016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</a:t>
              </a:r>
              <a:r>
                <a:rPr lang="en-US" altLang="zh-TW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3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Freeform: Shape 44">
              <a:extLst>
                <a:ext uri="{FF2B5EF4-FFF2-40B4-BE49-F238E27FC236}">
                  <a16:creationId xmlns:a16="http://schemas.microsoft.com/office/drawing/2014/main" id="{AD1B7BFE-C7D7-4846-B6EF-E78809137F86}"/>
                </a:ext>
              </a:extLst>
            </p:cNvPr>
            <p:cNvSpPr/>
            <p:nvPr/>
          </p:nvSpPr>
          <p:spPr>
            <a:xfrm>
              <a:off x="4753009" y="790578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52" name="文字版面配置區 52"/>
          <p:cNvSpPr>
            <a:spLocks noGrp="1"/>
          </p:cNvSpPr>
          <p:nvPr>
            <p:ph type="body" sz="quarter" idx="19" hasCustomPrompt="1"/>
          </p:nvPr>
        </p:nvSpPr>
        <p:spPr>
          <a:xfrm>
            <a:off x="2481243" y="3620717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53" name="內容版面配置區 2"/>
          <p:cNvSpPr>
            <a:spLocks noGrp="1"/>
          </p:cNvSpPr>
          <p:nvPr>
            <p:ph idx="20" hasCustomPrompt="1"/>
          </p:nvPr>
        </p:nvSpPr>
        <p:spPr>
          <a:xfrm>
            <a:off x="2481243" y="3212487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621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21005"/>
            <a:ext cx="8334375" cy="57730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199" y="1625630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47" name="矩形 46"/>
          <p:cNvSpPr/>
          <p:nvPr userDrawn="1"/>
        </p:nvSpPr>
        <p:spPr>
          <a:xfrm flipV="1">
            <a:off x="1" y="1046966"/>
            <a:ext cx="12192000" cy="389811"/>
          </a:xfrm>
          <a:prstGeom prst="rect">
            <a:avLst/>
          </a:prstGeom>
          <a:gradFill flip="none" rotWithShape="1">
            <a:gsLst>
              <a:gs pos="32000">
                <a:schemeClr val="accent1">
                  <a:lumMod val="0"/>
                  <a:lumOff val="100000"/>
                  <a:alpha val="0"/>
                </a:schemeClr>
              </a:gs>
              <a:gs pos="100000">
                <a:schemeClr val="accent1">
                  <a:lumMod val="38000"/>
                  <a:lumOff val="62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1" name="內容版面配置區 50"/>
          <p:cNvSpPr>
            <a:spLocks noGrp="1"/>
          </p:cNvSpPr>
          <p:nvPr>
            <p:ph sz="quarter" idx="13"/>
          </p:nvPr>
        </p:nvSpPr>
        <p:spPr>
          <a:xfrm>
            <a:off x="838200" y="807831"/>
            <a:ext cx="5276850" cy="304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Franklin Gothic Demi" panose="020B0703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3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141320"/>
            <a:ext cx="10763250" cy="3609975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807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21005"/>
            <a:ext cx="8334375" cy="57730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199" y="1625630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47" name="矩形 46"/>
          <p:cNvSpPr/>
          <p:nvPr userDrawn="1"/>
        </p:nvSpPr>
        <p:spPr>
          <a:xfrm flipV="1">
            <a:off x="1" y="1046966"/>
            <a:ext cx="12192000" cy="389811"/>
          </a:xfrm>
          <a:prstGeom prst="rect">
            <a:avLst/>
          </a:prstGeom>
          <a:gradFill flip="none" rotWithShape="1">
            <a:gsLst>
              <a:gs pos="32000">
                <a:schemeClr val="accent1">
                  <a:lumMod val="0"/>
                  <a:lumOff val="100000"/>
                  <a:alpha val="0"/>
                </a:schemeClr>
              </a:gs>
              <a:gs pos="100000">
                <a:schemeClr val="accent1">
                  <a:lumMod val="38000"/>
                  <a:lumOff val="62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1" name="內容版面配置區 50"/>
          <p:cNvSpPr>
            <a:spLocks noGrp="1"/>
          </p:cNvSpPr>
          <p:nvPr>
            <p:ph sz="quarter" idx="13"/>
          </p:nvPr>
        </p:nvSpPr>
        <p:spPr>
          <a:xfrm>
            <a:off x="838200" y="807831"/>
            <a:ext cx="5276850" cy="304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Franklin Gothic Demi" panose="020B0703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3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141320"/>
            <a:ext cx="5276850" cy="3609975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  <a:endParaRPr lang="zh-TW" altLang="en-US" dirty="0"/>
          </a:p>
        </p:txBody>
      </p:sp>
      <p:sp>
        <p:nvSpPr>
          <p:cNvPr id="28" name="圖片版面配置區 27"/>
          <p:cNvSpPr>
            <a:spLocks noGrp="1"/>
          </p:cNvSpPr>
          <p:nvPr>
            <p:ph type="pic" sz="quarter" idx="15"/>
          </p:nvPr>
        </p:nvSpPr>
        <p:spPr>
          <a:xfrm>
            <a:off x="6730655" y="2329132"/>
            <a:ext cx="4883839" cy="3169091"/>
          </a:xfrm>
          <a:prstGeom prst="snip2DiagRect">
            <a:avLst/>
          </a:prstGeom>
          <a:solidFill>
            <a:srgbClr val="546BC3"/>
          </a:solid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96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21005"/>
            <a:ext cx="8334375" cy="57730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1736112" y="3209743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47" name="矩形 46"/>
          <p:cNvSpPr/>
          <p:nvPr userDrawn="1"/>
        </p:nvSpPr>
        <p:spPr>
          <a:xfrm flipV="1">
            <a:off x="1" y="1046966"/>
            <a:ext cx="12192000" cy="389811"/>
          </a:xfrm>
          <a:prstGeom prst="rect">
            <a:avLst/>
          </a:prstGeom>
          <a:gradFill flip="none" rotWithShape="1">
            <a:gsLst>
              <a:gs pos="32000">
                <a:schemeClr val="accent1">
                  <a:lumMod val="0"/>
                  <a:lumOff val="100000"/>
                  <a:alpha val="0"/>
                </a:schemeClr>
              </a:gs>
              <a:gs pos="100000">
                <a:schemeClr val="accent1">
                  <a:lumMod val="38000"/>
                  <a:lumOff val="62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1" name="內容版面配置區 50"/>
          <p:cNvSpPr>
            <a:spLocks noGrp="1"/>
          </p:cNvSpPr>
          <p:nvPr>
            <p:ph sz="quarter" idx="13"/>
          </p:nvPr>
        </p:nvSpPr>
        <p:spPr>
          <a:xfrm>
            <a:off x="838200" y="807831"/>
            <a:ext cx="5276850" cy="304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Franklin Gothic Demi" panose="020B0703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3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1736111" y="3611836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grpSp>
        <p:nvGrpSpPr>
          <p:cNvPr id="31" name="群組 30"/>
          <p:cNvGrpSpPr/>
          <p:nvPr userDrawn="1"/>
        </p:nvGrpSpPr>
        <p:grpSpPr>
          <a:xfrm>
            <a:off x="1445885" y="1831713"/>
            <a:ext cx="8759164" cy="3690401"/>
            <a:chOff x="2567319" y="2353571"/>
            <a:chExt cx="6683557" cy="2815908"/>
          </a:xfrm>
        </p:grpSpPr>
        <p:sp>
          <p:nvSpPr>
            <p:cNvPr id="32" name="Google Shape;1105;p46"/>
            <p:cNvSpPr/>
            <p:nvPr/>
          </p:nvSpPr>
          <p:spPr>
            <a:xfrm>
              <a:off x="2567319" y="3110103"/>
              <a:ext cx="1588819" cy="1376040"/>
            </a:xfrm>
            <a:custGeom>
              <a:avLst/>
              <a:gdLst/>
              <a:ahLst/>
              <a:cxnLst/>
              <a:rect l="l" t="t" r="r" b="b"/>
              <a:pathLst>
                <a:path w="22640" h="19608" extrusionOk="0">
                  <a:moveTo>
                    <a:pt x="5660" y="1"/>
                  </a:moveTo>
                  <a:lnTo>
                    <a:pt x="0" y="9804"/>
                  </a:lnTo>
                  <a:lnTo>
                    <a:pt x="5660" y="19608"/>
                  </a:lnTo>
                  <a:lnTo>
                    <a:pt x="16980" y="19608"/>
                  </a:lnTo>
                  <a:lnTo>
                    <a:pt x="22639" y="9804"/>
                  </a:lnTo>
                  <a:lnTo>
                    <a:pt x="1698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08;p46"/>
            <p:cNvSpPr/>
            <p:nvPr/>
          </p:nvSpPr>
          <p:spPr>
            <a:xfrm>
              <a:off x="3830126" y="2353571"/>
              <a:ext cx="1588819" cy="1376040"/>
            </a:xfrm>
            <a:custGeom>
              <a:avLst/>
              <a:gdLst/>
              <a:ahLst/>
              <a:cxnLst/>
              <a:rect l="l" t="t" r="r" b="b"/>
              <a:pathLst>
                <a:path w="22640" h="19608" extrusionOk="0">
                  <a:moveTo>
                    <a:pt x="5660" y="1"/>
                  </a:moveTo>
                  <a:lnTo>
                    <a:pt x="0" y="9804"/>
                  </a:lnTo>
                  <a:lnTo>
                    <a:pt x="5660" y="19608"/>
                  </a:lnTo>
                  <a:lnTo>
                    <a:pt x="16979" y="19608"/>
                  </a:lnTo>
                  <a:lnTo>
                    <a:pt x="22640" y="9804"/>
                  </a:lnTo>
                  <a:lnTo>
                    <a:pt x="16979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12;p46"/>
            <p:cNvSpPr/>
            <p:nvPr/>
          </p:nvSpPr>
          <p:spPr>
            <a:xfrm>
              <a:off x="5114758" y="3080628"/>
              <a:ext cx="1588889" cy="1375970"/>
            </a:xfrm>
            <a:custGeom>
              <a:avLst/>
              <a:gdLst/>
              <a:ahLst/>
              <a:cxnLst/>
              <a:rect l="l" t="t" r="r" b="b"/>
              <a:pathLst>
                <a:path w="22641" h="19607" extrusionOk="0">
                  <a:moveTo>
                    <a:pt x="5661" y="1"/>
                  </a:moveTo>
                  <a:lnTo>
                    <a:pt x="1" y="9803"/>
                  </a:lnTo>
                  <a:lnTo>
                    <a:pt x="5661" y="19607"/>
                  </a:lnTo>
                  <a:lnTo>
                    <a:pt x="16980" y="19607"/>
                  </a:lnTo>
                  <a:lnTo>
                    <a:pt x="22641" y="9803"/>
                  </a:lnTo>
                  <a:lnTo>
                    <a:pt x="1698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15;p46"/>
            <p:cNvSpPr/>
            <p:nvPr/>
          </p:nvSpPr>
          <p:spPr>
            <a:xfrm>
              <a:off x="6403461" y="3793368"/>
              <a:ext cx="1588819" cy="1376111"/>
            </a:xfrm>
            <a:custGeom>
              <a:avLst/>
              <a:gdLst/>
              <a:ahLst/>
              <a:cxnLst/>
              <a:rect l="l" t="t" r="r" b="b"/>
              <a:pathLst>
                <a:path w="22640" h="19609" extrusionOk="0">
                  <a:moveTo>
                    <a:pt x="5660" y="1"/>
                  </a:moveTo>
                  <a:lnTo>
                    <a:pt x="0" y="9804"/>
                  </a:lnTo>
                  <a:lnTo>
                    <a:pt x="5660" y="19608"/>
                  </a:lnTo>
                  <a:lnTo>
                    <a:pt x="16980" y="19608"/>
                  </a:lnTo>
                  <a:lnTo>
                    <a:pt x="22640" y="9804"/>
                  </a:lnTo>
                  <a:lnTo>
                    <a:pt x="1698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18;p46"/>
            <p:cNvSpPr/>
            <p:nvPr/>
          </p:nvSpPr>
          <p:spPr>
            <a:xfrm>
              <a:off x="7661987" y="3030309"/>
              <a:ext cx="1588889" cy="1375970"/>
            </a:xfrm>
            <a:custGeom>
              <a:avLst/>
              <a:gdLst/>
              <a:ahLst/>
              <a:cxnLst/>
              <a:rect l="l" t="t" r="r" b="b"/>
              <a:pathLst>
                <a:path w="22641" h="19607" extrusionOk="0">
                  <a:moveTo>
                    <a:pt x="5660" y="1"/>
                  </a:moveTo>
                  <a:lnTo>
                    <a:pt x="1" y="9803"/>
                  </a:lnTo>
                  <a:lnTo>
                    <a:pt x="5660" y="19607"/>
                  </a:lnTo>
                  <a:lnTo>
                    <a:pt x="16981" y="19607"/>
                  </a:lnTo>
                  <a:lnTo>
                    <a:pt x="22640" y="9803"/>
                  </a:lnTo>
                  <a:lnTo>
                    <a:pt x="16981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圖片版面配置區 28"/>
          <p:cNvSpPr>
            <a:spLocks noGrp="1"/>
          </p:cNvSpPr>
          <p:nvPr>
            <p:ph type="pic" sz="quarter" idx="15"/>
          </p:nvPr>
        </p:nvSpPr>
        <p:spPr>
          <a:xfrm>
            <a:off x="6430425" y="1798337"/>
            <a:ext cx="2111295" cy="1791582"/>
          </a:xfrm>
          <a:prstGeom prst="hexagon">
            <a:avLst>
              <a:gd name="adj" fmla="val 29586"/>
              <a:gd name="vf" fmla="val 115470"/>
            </a:avLst>
          </a:prstGeom>
          <a:solidFill>
            <a:srgbClr val="546BC3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圖片版面配置區 28"/>
          <p:cNvSpPr>
            <a:spLocks noGrp="1"/>
          </p:cNvSpPr>
          <p:nvPr>
            <p:ph type="pic" sz="quarter" idx="16"/>
          </p:nvPr>
        </p:nvSpPr>
        <p:spPr>
          <a:xfrm>
            <a:off x="3095619" y="3767352"/>
            <a:ext cx="2111295" cy="1791582"/>
          </a:xfrm>
          <a:prstGeom prst="hexagon">
            <a:avLst>
              <a:gd name="adj" fmla="val 29586"/>
              <a:gd name="vf" fmla="val 115470"/>
            </a:avLst>
          </a:prstGeom>
          <a:solidFill>
            <a:srgbClr val="546BC3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內容版面配置區 2"/>
          <p:cNvSpPr>
            <a:spLocks noGrp="1"/>
          </p:cNvSpPr>
          <p:nvPr>
            <p:ph idx="17" hasCustomPrompt="1"/>
          </p:nvPr>
        </p:nvSpPr>
        <p:spPr>
          <a:xfrm>
            <a:off x="3428411" y="2146091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3" name="文字版面配置區 52"/>
          <p:cNvSpPr>
            <a:spLocks noGrp="1"/>
          </p:cNvSpPr>
          <p:nvPr>
            <p:ph type="body" sz="quarter" idx="18" hasCustomPrompt="1"/>
          </p:nvPr>
        </p:nvSpPr>
        <p:spPr>
          <a:xfrm>
            <a:off x="3428410" y="2548184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4" name="內容版面配置區 2"/>
          <p:cNvSpPr>
            <a:spLocks noGrp="1"/>
          </p:cNvSpPr>
          <p:nvPr>
            <p:ph idx="19" hasCustomPrompt="1"/>
          </p:nvPr>
        </p:nvSpPr>
        <p:spPr>
          <a:xfrm>
            <a:off x="5177852" y="3177696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5" name="文字版面配置區 52"/>
          <p:cNvSpPr>
            <a:spLocks noGrp="1"/>
          </p:cNvSpPr>
          <p:nvPr>
            <p:ph type="body" sz="quarter" idx="20" hasCustomPrompt="1"/>
          </p:nvPr>
        </p:nvSpPr>
        <p:spPr>
          <a:xfrm>
            <a:off x="5177851" y="3579789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6" name="內容版面配置區 2"/>
          <p:cNvSpPr>
            <a:spLocks noGrp="1"/>
          </p:cNvSpPr>
          <p:nvPr>
            <p:ph idx="21" hasCustomPrompt="1"/>
          </p:nvPr>
        </p:nvSpPr>
        <p:spPr>
          <a:xfrm>
            <a:off x="6803040" y="4109676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8" name="文字版面配置區 52"/>
          <p:cNvSpPr>
            <a:spLocks noGrp="1"/>
          </p:cNvSpPr>
          <p:nvPr>
            <p:ph type="body" sz="quarter" idx="22" hasCustomPrompt="1"/>
          </p:nvPr>
        </p:nvSpPr>
        <p:spPr>
          <a:xfrm>
            <a:off x="6803039" y="4511769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9" name="內容版面配置區 2"/>
          <p:cNvSpPr>
            <a:spLocks noGrp="1"/>
          </p:cNvSpPr>
          <p:nvPr>
            <p:ph idx="23" hasCustomPrompt="1"/>
          </p:nvPr>
        </p:nvSpPr>
        <p:spPr>
          <a:xfrm>
            <a:off x="8537472" y="3113635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50" name="文字版面配置區 52"/>
          <p:cNvSpPr>
            <a:spLocks noGrp="1"/>
          </p:cNvSpPr>
          <p:nvPr>
            <p:ph type="body" sz="quarter" idx="24" hasCustomPrompt="1"/>
          </p:nvPr>
        </p:nvSpPr>
        <p:spPr>
          <a:xfrm>
            <a:off x="8537471" y="3515728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802806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457000"/>
            <a:ext cx="10515600" cy="1009201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38" y="5158596"/>
            <a:ext cx="7152953" cy="128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2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51975"/>
            <a:ext cx="10515600" cy="1009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625630"/>
            <a:ext cx="10515600" cy="4126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59018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F396D-19F8-4AE2-AC31-4E518FC01ADD}" type="datetimeFigureOut">
              <a:rPr lang="zh-TW" altLang="en-US" smtClean="0"/>
              <a:t>2022/9/21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59018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59018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6675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3" r:id="rId4"/>
    <p:sldLayoutId id="2147483651" r:id="rId5"/>
    <p:sldLayoutId id="2147483655" r:id="rId6"/>
    <p:sldLayoutId id="2147483656" r:id="rId7"/>
    <p:sldLayoutId id="214748365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70C0"/>
          </a:solidFill>
          <a:latin typeface="Arial Black" panose="020B0A0402010202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7236" y="2352676"/>
            <a:ext cx="9605963" cy="110977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TW" sz="12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uto </a:t>
            </a:r>
            <a:r>
              <a:rPr lang="en-US" altLang="zh-TW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TW" sz="12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12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altLang="zh-TW" sz="12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Function with GPIB Log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HT-9xxx Series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RD5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TW" dirty="0"/>
              <a:t>Steven Chou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>
          <a:xfrm>
            <a:off x="9991287" y="5552092"/>
            <a:ext cx="1867337" cy="62963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2017.01.26</a:t>
            </a:r>
          </a:p>
          <a:p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Rework @ 2022.09.06</a:t>
            </a:r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14331" y="860395"/>
            <a:ext cx="2839539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General Flow of 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62076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71315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18257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18257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205861" y="1522592"/>
            <a:ext cx="0" cy="48698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73176" y="1522592"/>
            <a:ext cx="9480" cy="48698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1636133"/>
            <a:ext cx="11752913" cy="5005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Initial Lot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52654" y="172983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 Info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05861" y="189440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A59B8D1-8BFB-4941-B618-4E4D07E430B6}"/>
              </a:ext>
            </a:extLst>
          </p:cNvPr>
          <p:cNvSpPr/>
          <p:nvPr/>
        </p:nvSpPr>
        <p:spPr>
          <a:xfrm>
            <a:off x="329068" y="2519773"/>
            <a:ext cx="11752913" cy="15237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FT Lot End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1" y="2581483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Request FT lot End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344750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B2BB1D02-F772-44DF-8158-8F19D9D73796}"/>
              </a:ext>
            </a:extLst>
          </p:cNvPr>
          <p:cNvSpPr/>
          <p:nvPr/>
        </p:nvSpPr>
        <p:spPr>
          <a:xfrm>
            <a:off x="8552654" y="2872790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Print Summary</a:t>
            </a:r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28293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RT Start</a:t>
            </a:r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7238C8-FE76-40F2-B0FD-DC6B7448B57B}"/>
              </a:ext>
            </a:extLst>
          </p:cNvPr>
          <p:cNvSpPr/>
          <p:nvPr/>
        </p:nvSpPr>
        <p:spPr>
          <a:xfrm>
            <a:off x="3675861" y="359242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Auto Move RT Tray to Loader</a:t>
            </a: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1" y="2746057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15F96F2-F79B-4207-831A-D57514F12E8A}"/>
              </a:ext>
            </a:extLst>
          </p:cNvPr>
          <p:cNvSpPr/>
          <p:nvPr/>
        </p:nvSpPr>
        <p:spPr>
          <a:xfrm>
            <a:off x="335559" y="2140311"/>
            <a:ext cx="11752913" cy="37834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Doing FT test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0D0D9E9C-851B-4D20-BA1C-36C3821400D4}"/>
              </a:ext>
            </a:extLst>
          </p:cNvPr>
          <p:cNvSpPr/>
          <p:nvPr/>
        </p:nvSpPr>
        <p:spPr>
          <a:xfrm>
            <a:off x="329067" y="4417816"/>
            <a:ext cx="11752913" cy="18194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RT Lot End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35559" y="4039472"/>
            <a:ext cx="11752913" cy="37834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Doing RT test</a:t>
            </a:r>
          </a:p>
        </p:txBody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7FE0A1DC-5AAD-47B0-918E-CD963B161D4B}"/>
              </a:ext>
            </a:extLst>
          </p:cNvPr>
          <p:cNvSpPr/>
          <p:nvPr/>
        </p:nvSpPr>
        <p:spPr>
          <a:xfrm>
            <a:off x="3675861" y="4531827"/>
            <a:ext cx="3060000" cy="26031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Need RT?</a:t>
            </a:r>
            <a:endParaRPr lang="zh-TW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F1138AC-EF3D-4EA0-8C55-579323AEBA75}"/>
              </a:ext>
            </a:extLst>
          </p:cNvPr>
          <p:cNvSpPr/>
          <p:nvPr/>
        </p:nvSpPr>
        <p:spPr>
          <a:xfrm>
            <a:off x="3675861" y="5057010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Request Final Lot End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361FB16-0C4C-4A84-AAB1-50ADF15ACFCA}"/>
              </a:ext>
            </a:extLst>
          </p:cNvPr>
          <p:cNvSpPr/>
          <p:nvPr/>
        </p:nvSpPr>
        <p:spPr>
          <a:xfrm>
            <a:off x="8552655" y="5404627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Print Summary</a:t>
            </a:r>
            <a:endParaRPr lang="zh-TW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15F4DDF-0528-49DC-A551-EAE39525A030}"/>
              </a:ext>
            </a:extLst>
          </p:cNvPr>
          <p:cNvSpPr/>
          <p:nvPr/>
        </p:nvSpPr>
        <p:spPr>
          <a:xfrm>
            <a:off x="8552655" y="581477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 End</a:t>
            </a:r>
            <a:endParaRPr lang="zh-TW" altLang="en-US" dirty="0"/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64263C35-CB57-4ECB-84CD-9E3E34A5DEDE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735861" y="5221584"/>
            <a:ext cx="3346795" cy="355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E0C8298E-EE0A-4F08-A09A-E6F305A5399A}"/>
              </a:ext>
            </a:extLst>
          </p:cNvPr>
          <p:cNvCxnSpPr>
            <a:stCxn id="56" idx="1"/>
            <a:endCxn id="27" idx="1"/>
          </p:cNvCxnSpPr>
          <p:nvPr/>
        </p:nvCxnSpPr>
        <p:spPr>
          <a:xfrm rot="10800000">
            <a:off x="3675861" y="2746058"/>
            <a:ext cx="12700" cy="1915927"/>
          </a:xfrm>
          <a:prstGeom prst="bentConnector3">
            <a:avLst>
              <a:gd name="adj1" fmla="val 5100000"/>
            </a:avLst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版面配置區 4">
            <a:extLst>
              <a:ext uri="{FF2B5EF4-FFF2-40B4-BE49-F238E27FC236}">
                <a16:creationId xmlns:a16="http://schemas.microsoft.com/office/drawing/2014/main" id="{A013F15F-DCCB-4538-8E46-CD1AA304FB6D}"/>
              </a:ext>
            </a:extLst>
          </p:cNvPr>
          <p:cNvSpPr txBox="1">
            <a:spLocks/>
          </p:cNvSpPr>
          <p:nvPr/>
        </p:nvSpPr>
        <p:spPr>
          <a:xfrm>
            <a:off x="2506076" y="4622131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Yes</a:t>
            </a:r>
          </a:p>
        </p:txBody>
      </p:sp>
      <p:sp>
        <p:nvSpPr>
          <p:cNvPr id="67" name="文字版面配置區 4">
            <a:extLst>
              <a:ext uri="{FF2B5EF4-FFF2-40B4-BE49-F238E27FC236}">
                <a16:creationId xmlns:a16="http://schemas.microsoft.com/office/drawing/2014/main" id="{139DF7D3-CC40-4E51-B210-B0A58423ED9D}"/>
              </a:ext>
            </a:extLst>
          </p:cNvPr>
          <p:cNvSpPr txBox="1">
            <a:spLocks/>
          </p:cNvSpPr>
          <p:nvPr/>
        </p:nvSpPr>
        <p:spPr>
          <a:xfrm>
            <a:off x="5205861" y="4792140"/>
            <a:ext cx="742164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6712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29577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Initial Tester Connection of 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30468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Tester Connect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52654" y="285378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FR?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05861" y="301835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1" y="3276808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FR0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142834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78260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DL 0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1" y="3441382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Lot Information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5205861" y="480409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8552654" y="463952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SRQMASK FF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2BDEFE1-C9C6-4203-B598-E9944E45D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53" y="3998128"/>
            <a:ext cx="3988391" cy="99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76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Initial Lot Information of 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30468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Initial Lot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52654" y="251088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LOTCLEAR?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05861" y="267545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1" y="2933908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LOTCLEARED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369283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52826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INPUTQTY NN,XX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1" y="3098482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FT Lot Start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4283817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4119243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SETTINGOK / SETTINGNG</a:t>
            </a:r>
            <a:endParaRPr lang="zh-TW" altLang="en-US" dirty="0"/>
          </a:p>
        </p:txBody>
      </p:sp>
      <p:sp>
        <p:nvSpPr>
          <p:cNvPr id="25" name="菱形 24">
            <a:extLst>
              <a:ext uri="{FF2B5EF4-FFF2-40B4-BE49-F238E27FC236}">
                <a16:creationId xmlns:a16="http://schemas.microsoft.com/office/drawing/2014/main" id="{7D9173FE-A9B7-4884-A401-0F4C34D97438}"/>
              </a:ext>
            </a:extLst>
          </p:cNvPr>
          <p:cNvSpPr/>
          <p:nvPr/>
        </p:nvSpPr>
        <p:spPr>
          <a:xfrm>
            <a:off x="8552654" y="4375298"/>
            <a:ext cx="3060000" cy="7110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Got SETTINGOK?</a:t>
            </a:r>
            <a:endParaRPr lang="zh-TW" altLang="en-US" dirty="0"/>
          </a:p>
        </p:txBody>
      </p:sp>
      <p:sp>
        <p:nvSpPr>
          <p:cNvPr id="26" name="文字版面配置區 4">
            <a:extLst>
              <a:ext uri="{FF2B5EF4-FFF2-40B4-BE49-F238E27FC236}">
                <a16:creationId xmlns:a16="http://schemas.microsoft.com/office/drawing/2014/main" id="{984A1740-4DF2-4BA4-84D2-7662C15A2A0A}"/>
              </a:ext>
            </a:extLst>
          </p:cNvPr>
          <p:cNvSpPr txBox="1">
            <a:spLocks/>
          </p:cNvSpPr>
          <p:nvPr/>
        </p:nvSpPr>
        <p:spPr>
          <a:xfrm>
            <a:off x="9002176" y="4958255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Yes</a:t>
            </a:r>
          </a:p>
        </p:txBody>
      </p:sp>
      <p:sp>
        <p:nvSpPr>
          <p:cNvPr id="29" name="文字版面配置區 4">
            <a:extLst>
              <a:ext uri="{FF2B5EF4-FFF2-40B4-BE49-F238E27FC236}">
                <a16:creationId xmlns:a16="http://schemas.microsoft.com/office/drawing/2014/main" id="{418F7B8E-A12B-480E-A1E9-5DC4927E4382}"/>
              </a:ext>
            </a:extLst>
          </p:cNvPr>
          <p:cNvSpPr txBox="1">
            <a:spLocks/>
          </p:cNvSpPr>
          <p:nvPr/>
        </p:nvSpPr>
        <p:spPr>
          <a:xfrm>
            <a:off x="11449836" y="4795640"/>
            <a:ext cx="742164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No</a:t>
            </a:r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ACC881D7-6290-4B08-B7CC-F23A9A80033E}"/>
              </a:ext>
            </a:extLst>
          </p:cNvPr>
          <p:cNvCxnSpPr>
            <a:cxnSpLocks/>
            <a:stCxn id="25" idx="3"/>
            <a:endCxn id="30" idx="3"/>
          </p:cNvCxnSpPr>
          <p:nvPr/>
        </p:nvCxnSpPr>
        <p:spPr>
          <a:xfrm flipV="1">
            <a:off x="11612654" y="3692839"/>
            <a:ext cx="12700" cy="1037985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圖說文字: 直線 32">
            <a:extLst>
              <a:ext uri="{FF2B5EF4-FFF2-40B4-BE49-F238E27FC236}">
                <a16:creationId xmlns:a16="http://schemas.microsoft.com/office/drawing/2014/main" id="{B67F241D-B9EA-423A-8E8C-6BCF8B6C577E}"/>
              </a:ext>
            </a:extLst>
          </p:cNvPr>
          <p:cNvSpPr/>
          <p:nvPr/>
        </p:nvSpPr>
        <p:spPr>
          <a:xfrm>
            <a:off x="419437" y="2598352"/>
            <a:ext cx="2724170" cy="1000257"/>
          </a:xfrm>
          <a:prstGeom prst="borderCallout1">
            <a:avLst>
              <a:gd name="adj1" fmla="val 86101"/>
              <a:gd name="adj2" fmla="val 101797"/>
              <a:gd name="adj3" fmla="val 113425"/>
              <a:gd name="adj4" fmla="val 17496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NN : Lot IC count.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XX : Lot ID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B51077-0145-49B0-88CA-C6529F027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47" y="4576232"/>
            <a:ext cx="5727637" cy="98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9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FT Lot Start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2240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FT Lot Start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85325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301782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406829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06781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0324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0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571403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Lot End Flow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3628823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3464249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2</a:t>
            </a:r>
            <a:endParaRPr lang="zh-TW" altLang="en-US" dirty="0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F8E9232-B02F-4410-9B40-E843889A5061}"/>
              </a:ext>
            </a:extLst>
          </p:cNvPr>
          <p:cNvSpPr/>
          <p:nvPr/>
        </p:nvSpPr>
        <p:spPr>
          <a:xfrm>
            <a:off x="329067" y="4412609"/>
            <a:ext cx="11752913" cy="80753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34" name="圖說文字: 直線 33">
            <a:extLst>
              <a:ext uri="{FF2B5EF4-FFF2-40B4-BE49-F238E27FC236}">
                <a16:creationId xmlns:a16="http://schemas.microsoft.com/office/drawing/2014/main" id="{2A5E3821-7674-4DDF-AAA3-D8DCD94357EC}"/>
              </a:ext>
            </a:extLst>
          </p:cNvPr>
          <p:cNvSpPr/>
          <p:nvPr/>
        </p:nvSpPr>
        <p:spPr>
          <a:xfrm>
            <a:off x="512951" y="3695700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94951"/>
              <a:gd name="adj4" fmla="val 17223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Tester is ready for testing.</a:t>
            </a:r>
          </a:p>
        </p:txBody>
      </p:sp>
      <p:sp>
        <p:nvSpPr>
          <p:cNvPr id="35" name="圖說文字: 直線 34">
            <a:extLst>
              <a:ext uri="{FF2B5EF4-FFF2-40B4-BE49-F238E27FC236}">
                <a16:creationId xmlns:a16="http://schemas.microsoft.com/office/drawing/2014/main" id="{64523AE2-95F8-43F7-9DF3-853FD44B9193}"/>
              </a:ext>
            </a:extLst>
          </p:cNvPr>
          <p:cNvSpPr/>
          <p:nvPr/>
        </p:nvSpPr>
        <p:spPr>
          <a:xfrm>
            <a:off x="472886" y="3185522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106687"/>
              <a:gd name="adj4" fmla="val 11517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2 : First time lot start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F9F4B1-EA27-4ACA-8C4C-D2D3D35D8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6" y="2571402"/>
            <a:ext cx="3216078" cy="59557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DB1481A-0333-4F33-9C36-E2F255466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8265" y="4493212"/>
            <a:ext cx="4019501" cy="72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6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Lot End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908608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001006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470421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470421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1810439"/>
            <a:ext cx="1" cy="38504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1810439"/>
            <a:ext cx="6491" cy="38504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1902836"/>
            <a:ext cx="11752913" cy="332879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Lot End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391857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2556431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012546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218818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4054244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LOTRETESTCLEAR?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177120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2895600" y="5535850"/>
            <a:ext cx="9186380" cy="62169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RT Lot Start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26383" y="3834561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66383" y="3669987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8</a:t>
            </a:r>
            <a:endParaRPr lang="zh-TW" altLang="en-US" dirty="0"/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D65E0369-1231-4289-84C0-192A9BFAF961}"/>
              </a:ext>
            </a:extLst>
          </p:cNvPr>
          <p:cNvSpPr/>
          <p:nvPr/>
        </p:nvSpPr>
        <p:spPr>
          <a:xfrm>
            <a:off x="3675860" y="2734510"/>
            <a:ext cx="3060000" cy="7110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Need RT?</a:t>
            </a:r>
            <a:endParaRPr lang="zh-TW" altLang="en-US" dirty="0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4407A538-7A43-4723-8FBF-D009A5252F81}"/>
              </a:ext>
            </a:extLst>
          </p:cNvPr>
          <p:cNvSpPr/>
          <p:nvPr/>
        </p:nvSpPr>
        <p:spPr>
          <a:xfrm>
            <a:off x="329067" y="5231630"/>
            <a:ext cx="2566533" cy="92591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Final Lot End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64D390B-6C01-4B7F-8DEB-4F9CABD90391}"/>
              </a:ext>
            </a:extLst>
          </p:cNvPr>
          <p:cNvSpPr/>
          <p:nvPr/>
        </p:nvSpPr>
        <p:spPr>
          <a:xfrm>
            <a:off x="2323783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版面配置區 4">
            <a:extLst>
              <a:ext uri="{FF2B5EF4-FFF2-40B4-BE49-F238E27FC236}">
                <a16:creationId xmlns:a16="http://schemas.microsoft.com/office/drawing/2014/main" id="{740E2639-D98C-402B-8E30-B0513DE768C0}"/>
              </a:ext>
            </a:extLst>
          </p:cNvPr>
          <p:cNvSpPr txBox="1">
            <a:spLocks/>
          </p:cNvSpPr>
          <p:nvPr/>
        </p:nvSpPr>
        <p:spPr>
          <a:xfrm>
            <a:off x="4330523" y="3374465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Yes</a:t>
            </a:r>
          </a:p>
        </p:txBody>
      </p:sp>
      <p:sp>
        <p:nvSpPr>
          <p:cNvPr id="36" name="文字版面配置區 4">
            <a:extLst>
              <a:ext uri="{FF2B5EF4-FFF2-40B4-BE49-F238E27FC236}">
                <a16:creationId xmlns:a16="http://schemas.microsoft.com/office/drawing/2014/main" id="{83AB59E3-113D-4D86-ADDB-13E96D6D2FF5}"/>
              </a:ext>
            </a:extLst>
          </p:cNvPr>
          <p:cNvSpPr txBox="1">
            <a:spLocks/>
          </p:cNvSpPr>
          <p:nvPr/>
        </p:nvSpPr>
        <p:spPr>
          <a:xfrm>
            <a:off x="3017985" y="2798561"/>
            <a:ext cx="742164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No</a:t>
            </a:r>
          </a:p>
        </p:txBody>
      </p: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A1D406EC-A9DF-403F-8BD9-7370824DC45E}"/>
              </a:ext>
            </a:extLst>
          </p:cNvPr>
          <p:cNvCxnSpPr>
            <a:cxnSpLocks/>
            <a:stCxn id="26" idx="1"/>
            <a:endCxn id="31" idx="0"/>
          </p:cNvCxnSpPr>
          <p:nvPr/>
        </p:nvCxnSpPr>
        <p:spPr>
          <a:xfrm rot="10800000" flipV="1">
            <a:off x="2543466" y="3090035"/>
            <a:ext cx="1132394" cy="2570823"/>
          </a:xfrm>
          <a:prstGeom prst="bentConnector2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21052163-42BD-479E-B210-CE7166370441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6735860" y="4605538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0F02338-C67F-4BCA-AC1A-174EFA3D3BCF}"/>
              </a:ext>
            </a:extLst>
          </p:cNvPr>
          <p:cNvSpPr/>
          <p:nvPr/>
        </p:nvSpPr>
        <p:spPr>
          <a:xfrm>
            <a:off x="3675860" y="4440964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LOTRETESTCLEARED</a:t>
            </a:r>
            <a:endParaRPr lang="zh-TW" altLang="en-US" dirty="0"/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780A290-562F-4065-B77C-0EB2D947103E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5205861" y="4992258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743C7CDE-AA5E-46B6-85C3-8D1CCF31B80A}"/>
              </a:ext>
            </a:extLst>
          </p:cNvPr>
          <p:cNvSpPr/>
          <p:nvPr/>
        </p:nvSpPr>
        <p:spPr>
          <a:xfrm>
            <a:off x="8552654" y="4827684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2</a:t>
            </a:r>
            <a:endParaRPr lang="zh-TW" altLang="en-US" dirty="0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3426B366-071B-4311-8FFA-C39488698772}"/>
              </a:ext>
            </a:extLst>
          </p:cNvPr>
          <p:cNvSpPr/>
          <p:nvPr/>
        </p:nvSpPr>
        <p:spPr>
          <a:xfrm>
            <a:off x="2895600" y="5231890"/>
            <a:ext cx="9186380" cy="30396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Auto Move RT Tray to Loader</a:t>
            </a:r>
          </a:p>
        </p:txBody>
      </p:sp>
      <p:sp>
        <p:nvSpPr>
          <p:cNvPr id="49" name="圖說文字: 直線 48">
            <a:extLst>
              <a:ext uri="{FF2B5EF4-FFF2-40B4-BE49-F238E27FC236}">
                <a16:creationId xmlns:a16="http://schemas.microsoft.com/office/drawing/2014/main" id="{211DC2FB-2CAE-468C-BA4E-264A0375593A}"/>
              </a:ext>
            </a:extLst>
          </p:cNvPr>
          <p:cNvSpPr/>
          <p:nvPr/>
        </p:nvSpPr>
        <p:spPr>
          <a:xfrm>
            <a:off x="39756" y="3506950"/>
            <a:ext cx="2281963" cy="326074"/>
          </a:xfrm>
          <a:prstGeom prst="borderCallout1">
            <a:avLst>
              <a:gd name="adj1" fmla="val 12253"/>
              <a:gd name="adj2" fmla="val 102095"/>
              <a:gd name="adj3" fmla="val 95355"/>
              <a:gd name="adj4" fmla="val 15577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8 : FT / RT Lot End.</a:t>
            </a:r>
          </a:p>
        </p:txBody>
      </p:sp>
      <p:sp>
        <p:nvSpPr>
          <p:cNvPr id="50" name="圖說文字: 直線 49">
            <a:extLst>
              <a:ext uri="{FF2B5EF4-FFF2-40B4-BE49-F238E27FC236}">
                <a16:creationId xmlns:a16="http://schemas.microsoft.com/office/drawing/2014/main" id="{A2D425B7-B050-4A56-BCD3-BA1D2ABB8382}"/>
              </a:ext>
            </a:extLst>
          </p:cNvPr>
          <p:cNvSpPr/>
          <p:nvPr/>
        </p:nvSpPr>
        <p:spPr>
          <a:xfrm>
            <a:off x="72331" y="4690942"/>
            <a:ext cx="2281963" cy="326074"/>
          </a:xfrm>
          <a:prstGeom prst="borderCallout1">
            <a:avLst>
              <a:gd name="adj1" fmla="val 12253"/>
              <a:gd name="adj2" fmla="val 102095"/>
              <a:gd name="adj3" fmla="val 90210"/>
              <a:gd name="adj4" fmla="val 22267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2 : Print summary.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F56A795-420A-4DBD-B873-B14FD3FA3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6" y="3999134"/>
            <a:ext cx="2893432" cy="98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66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RT Lot Start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2240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RT Lot Start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85325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301782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406829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06781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0324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0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571403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Lot End Flow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3628823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3464249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4</a:t>
            </a:r>
            <a:endParaRPr lang="zh-TW" altLang="en-US" dirty="0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F8E9232-B02F-4410-9B40-E843889A5061}"/>
              </a:ext>
            </a:extLst>
          </p:cNvPr>
          <p:cNvSpPr/>
          <p:nvPr/>
        </p:nvSpPr>
        <p:spPr>
          <a:xfrm>
            <a:off x="329067" y="4412609"/>
            <a:ext cx="11752913" cy="80753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34" name="圖說文字: 直線 33">
            <a:extLst>
              <a:ext uri="{FF2B5EF4-FFF2-40B4-BE49-F238E27FC236}">
                <a16:creationId xmlns:a16="http://schemas.microsoft.com/office/drawing/2014/main" id="{2A5E3821-7674-4DDF-AAA3-D8DCD94357EC}"/>
              </a:ext>
            </a:extLst>
          </p:cNvPr>
          <p:cNvSpPr/>
          <p:nvPr/>
        </p:nvSpPr>
        <p:spPr>
          <a:xfrm>
            <a:off x="512951" y="3695700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94951"/>
              <a:gd name="adj4" fmla="val 17223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Tester is ready for testing.</a:t>
            </a:r>
          </a:p>
        </p:txBody>
      </p:sp>
      <p:sp>
        <p:nvSpPr>
          <p:cNvPr id="35" name="圖說文字: 直線 34">
            <a:extLst>
              <a:ext uri="{FF2B5EF4-FFF2-40B4-BE49-F238E27FC236}">
                <a16:creationId xmlns:a16="http://schemas.microsoft.com/office/drawing/2014/main" id="{64523AE2-95F8-43F7-9DF3-853FD44B9193}"/>
              </a:ext>
            </a:extLst>
          </p:cNvPr>
          <p:cNvSpPr/>
          <p:nvPr/>
        </p:nvSpPr>
        <p:spPr>
          <a:xfrm>
            <a:off x="512951" y="2959805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137984"/>
              <a:gd name="adj4" fmla="val 1134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4 : RT lot start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7CB60C6-9BC5-483C-A182-D83FDE7D2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415" y="2207367"/>
            <a:ext cx="3289304" cy="7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20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Final Lot End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2240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Final Lot End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85325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301782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406829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06781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0324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2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571403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3628823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3464249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10</a:t>
            </a:r>
            <a:endParaRPr lang="zh-TW" altLang="en-US" dirty="0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F8E9232-B02F-4410-9B40-E843889A5061}"/>
              </a:ext>
            </a:extLst>
          </p:cNvPr>
          <p:cNvSpPr/>
          <p:nvPr/>
        </p:nvSpPr>
        <p:spPr>
          <a:xfrm>
            <a:off x="329067" y="4413378"/>
            <a:ext cx="11752913" cy="80753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Tray Feed and End of ART Flow</a:t>
            </a:r>
          </a:p>
        </p:txBody>
      </p:sp>
      <p:sp>
        <p:nvSpPr>
          <p:cNvPr id="34" name="圖說文字: 直線 33">
            <a:extLst>
              <a:ext uri="{FF2B5EF4-FFF2-40B4-BE49-F238E27FC236}">
                <a16:creationId xmlns:a16="http://schemas.microsoft.com/office/drawing/2014/main" id="{2A5E3821-7674-4DDF-AAA3-D8DCD94357EC}"/>
              </a:ext>
            </a:extLst>
          </p:cNvPr>
          <p:cNvSpPr/>
          <p:nvPr/>
        </p:nvSpPr>
        <p:spPr>
          <a:xfrm>
            <a:off x="512951" y="3695700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94951"/>
              <a:gd name="adj4" fmla="val 17223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2 : Print summary.</a:t>
            </a:r>
          </a:p>
        </p:txBody>
      </p:sp>
      <p:sp>
        <p:nvSpPr>
          <p:cNvPr id="35" name="圖說文字: 直線 34">
            <a:extLst>
              <a:ext uri="{FF2B5EF4-FFF2-40B4-BE49-F238E27FC236}">
                <a16:creationId xmlns:a16="http://schemas.microsoft.com/office/drawing/2014/main" id="{64523AE2-95F8-43F7-9DF3-853FD44B9193}"/>
              </a:ext>
            </a:extLst>
          </p:cNvPr>
          <p:cNvSpPr/>
          <p:nvPr/>
        </p:nvSpPr>
        <p:spPr>
          <a:xfrm>
            <a:off x="512951" y="2959805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137984"/>
              <a:gd name="adj4" fmla="val 1134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10 </a:t>
            </a:r>
            <a:r>
              <a:rPr lang="en-US" altLang="zh-TW">
                <a:solidFill>
                  <a:schemeClr val="tx1"/>
                </a:solidFill>
              </a:rPr>
              <a:t>: Final lot </a:t>
            </a:r>
            <a:r>
              <a:rPr lang="en-US" altLang="zh-TW" dirty="0">
                <a:solidFill>
                  <a:schemeClr val="tx1"/>
                </a:solidFill>
              </a:rPr>
              <a:t>end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BFBC70E-B577-4022-A7B8-5509B82C6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014" y="5009748"/>
            <a:ext cx="4485592" cy="9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5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59112"/>
            <a:ext cx="4560182" cy="408196"/>
          </a:xfrm>
        </p:spPr>
        <p:txBody>
          <a:bodyPr/>
          <a:lstStyle/>
          <a:p>
            <a:r>
              <a:rPr lang="en-US" altLang="zh-TW" dirty="0"/>
              <a:t>Command List of ART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D97996-4999-498B-B4A9-48901C18B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164784"/>
              </p:ext>
            </p:extLst>
          </p:nvPr>
        </p:nvGraphicFramePr>
        <p:xfrm>
          <a:off x="104775" y="1526795"/>
          <a:ext cx="11963400" cy="4769230"/>
        </p:xfrm>
        <a:graphic>
          <a:graphicData uri="http://schemas.openxmlformats.org/drawingml/2006/table">
            <a:tbl>
              <a:tblPr/>
              <a:tblGrid>
                <a:gridCol w="189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2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3866">
                  <a:extLst>
                    <a:ext uri="{9D8B030D-6E8A-4147-A177-3AD203B41FA5}">
                      <a16:colId xmlns:a16="http://schemas.microsoft.com/office/drawing/2014/main" val="455823940"/>
                    </a:ext>
                  </a:extLst>
                </a:gridCol>
              </a:tblGrid>
              <a:tr h="344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Tester Command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Reply by Handler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390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LOTCLEAR?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Request to clear lot data on handler.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LOTCLEARED : all lot data is cleared.</a:t>
                      </a:r>
                    </a:p>
                    <a:p>
                      <a:pPr marL="72000"/>
                      <a:r>
                        <a:rPr lang="en-US" altLang="zh-TW" dirty="0"/>
                        <a:t>SETTINGNG : can not cleat lot data.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835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INPUTQTY NN,XX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Set lot quantity to handler. </a:t>
                      </a:r>
                    </a:p>
                    <a:p>
                      <a:pPr marL="72000"/>
                      <a:r>
                        <a:rPr lang="en-US" altLang="zh-TW" dirty="0"/>
                        <a:t>NN is count of IC in lot.</a:t>
                      </a:r>
                    </a:p>
                    <a:p>
                      <a:pPr marL="72000"/>
                      <a:r>
                        <a:rPr lang="en-US" altLang="zh-TW" dirty="0"/>
                        <a:t>XX is Lot ID.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SETTINGOK : nothing error.</a:t>
                      </a:r>
                    </a:p>
                    <a:p>
                      <a:pPr marL="72000"/>
                      <a:r>
                        <a:rPr lang="en-US" altLang="zh-TW" dirty="0"/>
                        <a:t>SETTINGNG : can not set lot data.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33876"/>
                  </a:ext>
                </a:extLst>
              </a:tr>
              <a:tr h="1357281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SRQKIND ?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Asking handler for running status.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SRQKIND 2 : FT lot start.</a:t>
                      </a:r>
                    </a:p>
                    <a:p>
                      <a:pPr marL="72000"/>
                      <a:r>
                        <a:rPr lang="en-US" altLang="zh-TW" dirty="0"/>
                        <a:t>SRQKIND 4 : RT lot start.</a:t>
                      </a:r>
                    </a:p>
                    <a:p>
                      <a:pPr marL="72000"/>
                      <a:r>
                        <a:rPr lang="en-US" altLang="zh-TW" dirty="0"/>
                        <a:t>SRQKIND 8 : lot end.</a:t>
                      </a:r>
                    </a:p>
                    <a:p>
                      <a:pPr marL="72000"/>
                      <a:r>
                        <a:rPr lang="en-US" altLang="zh-TW" dirty="0"/>
                        <a:t>SRQKIND 10 : final lot end.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32815"/>
                  </a:ext>
                </a:extLst>
              </a:tr>
              <a:tr h="682390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LOTORDER X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By the SRQKIND command, tester will reply LOTORDER.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LOTORDER 0 : handler can start running.</a:t>
                      </a:r>
                    </a:p>
                    <a:p>
                      <a:pPr marL="72000"/>
                      <a:r>
                        <a:rPr lang="en-US" altLang="zh-TW" dirty="0"/>
                        <a:t>LORORDER 2 : Reply to perform ART or clean out lot end.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390">
                <a:tc>
                  <a:txBody>
                    <a:bodyPr/>
                    <a:lstStyle/>
                    <a:p>
                      <a:pPr marL="72000"/>
                      <a:r>
                        <a:rPr lang="en-US" altLang="zh-TW" sz="1800" dirty="0"/>
                        <a:t>LOTRETESTCLEAR?</a:t>
                      </a:r>
                      <a:endParaRPr lang="en-US" altLang="zh-TW" dirty="0"/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sz="1800" dirty="0"/>
                        <a:t>Request to clear lot data on handler.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sz="1800" dirty="0"/>
                        <a:t>LOTRETESTCLEARED</a:t>
                      </a:r>
                      <a:r>
                        <a:rPr lang="en-US" altLang="zh-TW" sz="1800" baseline="0" dirty="0"/>
                        <a:t>: all lot data is cleared.</a:t>
                      </a:r>
                    </a:p>
                    <a:p>
                      <a:pPr marL="72000"/>
                      <a:r>
                        <a:rPr lang="en-US" altLang="zh-TW" sz="1800" baseline="0" dirty="0"/>
                        <a:t>SETTINGNG : can not cleat lot data.</a:t>
                      </a:r>
                      <a:endParaRPr lang="en-US" altLang="zh-TW" dirty="0"/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E4CDCCCC-2029-4D41-B951-96358FEBB6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2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 you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696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458</Words>
  <Application>Microsoft Office PowerPoint</Application>
  <PresentationFormat>寬螢幕</PresentationFormat>
  <Paragraphs>138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21" baseType="lpstr">
      <vt:lpstr>Arial Unicode MS</vt:lpstr>
      <vt:lpstr>Lato Black</vt:lpstr>
      <vt:lpstr>맑은 고딕</vt:lpstr>
      <vt:lpstr>微軟正黑體</vt:lpstr>
      <vt:lpstr>新細明體</vt:lpstr>
      <vt:lpstr>Arial</vt:lpstr>
      <vt:lpstr>Arial Black</vt:lpstr>
      <vt:lpstr>Calibri</vt:lpstr>
      <vt:lpstr>Franklin Gothic Demi</vt:lpstr>
      <vt:lpstr>Helvetica</vt:lpstr>
      <vt:lpstr>Office 佈景主題</vt:lpstr>
      <vt:lpstr>Auto ReTest Function with GPIB Log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Scottlin(林楷益)</dc:creator>
  <cp:lastModifiedBy>Steven(周廷瑋3123)</cp:lastModifiedBy>
  <cp:revision>77</cp:revision>
  <dcterms:created xsi:type="dcterms:W3CDTF">2021-08-23T02:02:20Z</dcterms:created>
  <dcterms:modified xsi:type="dcterms:W3CDTF">2022-09-21T02:37:29Z</dcterms:modified>
</cp:coreProperties>
</file>